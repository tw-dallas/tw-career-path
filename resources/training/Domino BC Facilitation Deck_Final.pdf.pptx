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x="9144000" cy="5143500"/>
  <p:notesSz cx="6858000" cy="9144000"/>
  <p:embeddedFontLst>
    <p:embeddedFont>
      <p:font typeface="Calibri (MS) Bold" charset="1" panose="020F0702030404030204"/>
      <p:regular r:id="rId48"/>
    </p:embeddedFont>
    <p:embeddedFont>
      <p:font typeface="Calibri (MS)" charset="1" panose="020F0502020204030204"/>
      <p:regular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fonts/font48.fntdata" Type="http://schemas.openxmlformats.org/officeDocument/2006/relationships/font"/><Relationship Id="rId49" Target="fonts/font49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jpe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11" Target="../media/image24.png" Type="http://schemas.openxmlformats.org/officeDocument/2006/relationships/image"/><Relationship Id="rId12" Target="../media/image25.png" Type="http://schemas.openxmlformats.org/officeDocument/2006/relationships/image"/><Relationship Id="rId13" Target="../media/image26.png" Type="http://schemas.openxmlformats.org/officeDocument/2006/relationships/image"/><Relationship Id="rId14" Target="../media/image27.png" Type="http://schemas.openxmlformats.org/officeDocument/2006/relationships/image"/><Relationship Id="rId15" Target="../media/image28.png" Type="http://schemas.openxmlformats.org/officeDocument/2006/relationships/image"/><Relationship Id="rId16" Target="../media/image29.png" Type="http://schemas.openxmlformats.org/officeDocument/2006/relationships/image"/><Relationship Id="rId17" Target="../media/image30.png" Type="http://schemas.openxmlformats.org/officeDocument/2006/relationships/image"/><Relationship Id="rId18" Target="../media/image31.png" Type="http://schemas.openxmlformats.org/officeDocument/2006/relationships/image"/><Relationship Id="rId19" Target="../media/image32.png" Type="http://schemas.openxmlformats.org/officeDocument/2006/relationships/image"/><Relationship Id="rId2" Target="../media/image15.png" Type="http://schemas.openxmlformats.org/officeDocument/2006/relationships/image"/><Relationship Id="rId20" Target="../media/image33.png" Type="http://schemas.openxmlformats.org/officeDocument/2006/relationships/image"/><Relationship Id="rId21" Target="../media/image34.png" Type="http://schemas.openxmlformats.org/officeDocument/2006/relationships/image"/><Relationship Id="rId22" Target="../media/image35.png" Type="http://schemas.openxmlformats.org/officeDocument/2006/relationships/image"/><Relationship Id="rId23" Target="../media/image36.png" Type="http://schemas.openxmlformats.org/officeDocument/2006/relationships/image"/><Relationship Id="rId24" Target="../media/image37.png" Type="http://schemas.openxmlformats.org/officeDocument/2006/relationships/image"/><Relationship Id="rId25" Target="../media/image38.png" Type="http://schemas.openxmlformats.org/officeDocument/2006/relationships/image"/><Relationship Id="rId26" Target="../media/image39.png" Type="http://schemas.openxmlformats.org/officeDocument/2006/relationships/image"/><Relationship Id="rId27" Target="../media/image40.png" Type="http://schemas.openxmlformats.org/officeDocument/2006/relationships/image"/><Relationship Id="rId28" Target="../media/image41.png" Type="http://schemas.openxmlformats.org/officeDocument/2006/relationships/image"/><Relationship Id="rId29" Target="../media/image42.png" Type="http://schemas.openxmlformats.org/officeDocument/2006/relationships/image"/><Relationship Id="rId3" Target="../media/image16.png" Type="http://schemas.openxmlformats.org/officeDocument/2006/relationships/image"/><Relationship Id="rId30" Target="../media/image43.png" Type="http://schemas.openxmlformats.org/officeDocument/2006/relationships/image"/><Relationship Id="rId31" Target="../media/image44.png" Type="http://schemas.openxmlformats.org/officeDocument/2006/relationships/image"/><Relationship Id="rId32" Target="../media/image45.png" Type="http://schemas.openxmlformats.org/officeDocument/2006/relationships/image"/><Relationship Id="rId33" Target="../media/image46.png" Type="http://schemas.openxmlformats.org/officeDocument/2006/relationships/image"/><Relationship Id="rId34" Target="../media/image47.png" Type="http://schemas.openxmlformats.org/officeDocument/2006/relationships/image"/><Relationship Id="rId35" Target="../media/image48.png" Type="http://schemas.openxmlformats.org/officeDocument/2006/relationships/image"/><Relationship Id="rId36" Target="../media/image49.png" Type="http://schemas.openxmlformats.org/officeDocument/2006/relationships/image"/><Relationship Id="rId37" Target="../media/image50.png" Type="http://schemas.openxmlformats.org/officeDocument/2006/relationships/image"/><Relationship Id="rId38" Target="../media/image51.png" Type="http://schemas.openxmlformats.org/officeDocument/2006/relationships/image"/><Relationship Id="rId39" Target="../media/image52.png" Type="http://schemas.openxmlformats.org/officeDocument/2006/relationships/image"/><Relationship Id="rId4" Target="../media/image17.png" Type="http://schemas.openxmlformats.org/officeDocument/2006/relationships/image"/><Relationship Id="rId40" Target="../media/image53.png" Type="http://schemas.openxmlformats.org/officeDocument/2006/relationships/image"/><Relationship Id="rId41" Target="../media/image54.png" Type="http://schemas.openxmlformats.org/officeDocument/2006/relationships/image"/><Relationship Id="rId42" Target="../media/image55.png" Type="http://schemas.openxmlformats.org/officeDocument/2006/relationships/image"/><Relationship Id="rId43" Target="../media/image56.png" Type="http://schemas.openxmlformats.org/officeDocument/2006/relationships/image"/><Relationship Id="rId44" Target="../media/image57.png" Type="http://schemas.openxmlformats.org/officeDocument/2006/relationships/image"/><Relationship Id="rId45" Target="../media/image58.png" Type="http://schemas.openxmlformats.org/officeDocument/2006/relationships/image"/><Relationship Id="rId46" Target="../media/image59.png" Type="http://schemas.openxmlformats.org/officeDocument/2006/relationships/image"/><Relationship Id="rId47" Target="../media/image60.png" Type="http://schemas.openxmlformats.org/officeDocument/2006/relationships/image"/><Relationship Id="rId48" Target="../media/image61.png" Type="http://schemas.openxmlformats.org/officeDocument/2006/relationships/image"/><Relationship Id="rId49" Target="../media/image62.png" Type="http://schemas.openxmlformats.org/officeDocument/2006/relationships/image"/><Relationship Id="rId5" Target="../media/image18.png" Type="http://schemas.openxmlformats.org/officeDocument/2006/relationships/image"/><Relationship Id="rId50" Target="../media/image63.png" Type="http://schemas.openxmlformats.org/officeDocument/2006/relationships/image"/><Relationship Id="rId51" Target="../media/image64.png" Type="http://schemas.openxmlformats.org/officeDocument/2006/relationships/image"/><Relationship Id="rId52" Target="../media/image65.png" Type="http://schemas.openxmlformats.org/officeDocument/2006/relationships/image"/><Relationship Id="rId53" Target="../media/image66.png" Type="http://schemas.openxmlformats.org/officeDocument/2006/relationships/image"/><Relationship Id="rId54" Target="../media/image67.png" Type="http://schemas.openxmlformats.org/officeDocument/2006/relationships/image"/><Relationship Id="rId55" Target="../media/image68.png" Type="http://schemas.openxmlformats.org/officeDocument/2006/relationships/image"/><Relationship Id="rId56" Target="../media/image69.png" Type="http://schemas.openxmlformats.org/officeDocument/2006/relationships/image"/><Relationship Id="rId57" Target="../media/image70.png" Type="http://schemas.openxmlformats.org/officeDocument/2006/relationships/image"/><Relationship Id="rId58" Target="../media/image71.png" Type="http://schemas.openxmlformats.org/officeDocument/2006/relationships/image"/><Relationship Id="rId59" Target="../media/image72.png" Type="http://schemas.openxmlformats.org/officeDocument/2006/relationships/image"/><Relationship Id="rId6" Target="../media/image19.svg" Type="http://schemas.openxmlformats.org/officeDocument/2006/relationships/image"/><Relationship Id="rId60" Target="../media/image73.png" Type="http://schemas.openxmlformats.org/officeDocument/2006/relationships/image"/><Relationship Id="rId61" Target="../media/image74.png" Type="http://schemas.openxmlformats.org/officeDocument/2006/relationships/image"/><Relationship Id="rId62" Target="../media/image75.png" Type="http://schemas.openxmlformats.org/officeDocument/2006/relationships/image"/><Relationship Id="rId63" Target="../media/image76.png" Type="http://schemas.openxmlformats.org/officeDocument/2006/relationships/image"/><Relationship Id="rId64" Target="../media/image77.png" Type="http://schemas.openxmlformats.org/officeDocument/2006/relationships/image"/><Relationship Id="rId65" Target="../media/image78.png" Type="http://schemas.openxmlformats.org/officeDocument/2006/relationships/image"/><Relationship Id="rId66" Target="../media/image79.png" Type="http://schemas.openxmlformats.org/officeDocument/2006/relationships/image"/><Relationship Id="rId67" Target="../media/image80.png" Type="http://schemas.openxmlformats.org/officeDocument/2006/relationships/image"/><Relationship Id="rId68" Target="../media/image81.pn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2" Target="../media/image82.jpeg" Type="http://schemas.openxmlformats.org/officeDocument/2006/relationships/image"/><Relationship Id="rId3" Target="../media/image83.png" Type="http://schemas.openxmlformats.org/officeDocument/2006/relationships/image"/><Relationship Id="rId4" Target="../media/image84.sv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png" Type="http://schemas.openxmlformats.org/officeDocument/2006/relationships/image"/><Relationship Id="rId4" Target="../media/image93.png" Type="http://schemas.openxmlformats.org/officeDocument/2006/relationships/image"/><Relationship Id="rId5" Target="../media/image9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2.png" Type="http://schemas.openxmlformats.org/officeDocument/2006/relationships/image"/><Relationship Id="rId2" Target="../media/image95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00.png" Type="http://schemas.openxmlformats.org/officeDocument/2006/relationships/image"/><Relationship Id="rId9" Target="../media/image10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1.png" Type="http://schemas.openxmlformats.org/officeDocument/2006/relationships/image"/><Relationship Id="rId11" Target="../media/image112.png" Type="http://schemas.openxmlformats.org/officeDocument/2006/relationships/image"/><Relationship Id="rId12" Target="../media/image113.svg" Type="http://schemas.openxmlformats.org/officeDocument/2006/relationships/image"/><Relationship Id="rId13" Target="../media/image114.png" Type="http://schemas.openxmlformats.org/officeDocument/2006/relationships/image"/><Relationship Id="rId14" Target="../media/image115.png" Type="http://schemas.openxmlformats.org/officeDocument/2006/relationships/image"/><Relationship Id="rId2" Target="../media/image103.png" Type="http://schemas.openxmlformats.org/officeDocument/2006/relationships/image"/><Relationship Id="rId3" Target="../media/image104.jpeg" Type="http://schemas.openxmlformats.org/officeDocument/2006/relationships/image"/><Relationship Id="rId4" Target="../media/image105.jpeg" Type="http://schemas.openxmlformats.org/officeDocument/2006/relationships/image"/><Relationship Id="rId5" Target="../media/image106.png" Type="http://schemas.openxmlformats.org/officeDocument/2006/relationships/image"/><Relationship Id="rId6" Target="../media/image107.svg" Type="http://schemas.openxmlformats.org/officeDocument/2006/relationships/image"/><Relationship Id="rId7" Target="../media/image108.png" Type="http://schemas.openxmlformats.org/officeDocument/2006/relationships/image"/><Relationship Id="rId8" Target="../media/image109.png" Type="http://schemas.openxmlformats.org/officeDocument/2006/relationships/image"/><Relationship Id="rId9" Target="../media/image1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9.png" Type="http://schemas.openxmlformats.org/officeDocument/2006/relationships/image"/><Relationship Id="rId11" Target="../media/image120.png" Type="http://schemas.openxmlformats.org/officeDocument/2006/relationships/image"/><Relationship Id="rId2" Target="../media/image116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17.png" Type="http://schemas.openxmlformats.org/officeDocument/2006/relationships/image"/><Relationship Id="rId9" Target="../media/image1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1.png" Type="http://schemas.openxmlformats.org/officeDocument/2006/relationships/image"/><Relationship Id="rId3" Target="../media/image122.png" Type="http://schemas.openxmlformats.org/officeDocument/2006/relationships/image"/><Relationship Id="rId4" Target="../media/image123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7.png" Type="http://schemas.openxmlformats.org/officeDocument/2006/relationships/image"/><Relationship Id="rId11" Target="../media/image128.png" Type="http://schemas.openxmlformats.org/officeDocument/2006/relationships/image"/><Relationship Id="rId2" Target="../media/image124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25.png" Type="http://schemas.openxmlformats.org/officeDocument/2006/relationships/image"/><Relationship Id="rId9" Target="../media/image12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7.jpeg" Type="http://schemas.openxmlformats.org/officeDocument/2006/relationships/image"/><Relationship Id="rId2" Target="../media/image129.png" Type="http://schemas.openxmlformats.org/officeDocument/2006/relationships/image"/><Relationship Id="rId3" Target="../media/image130.svg" Type="http://schemas.openxmlformats.org/officeDocument/2006/relationships/image"/><Relationship Id="rId4" Target="../media/image131.png" Type="http://schemas.openxmlformats.org/officeDocument/2006/relationships/image"/><Relationship Id="rId5" Target="../media/image132.png" Type="http://schemas.openxmlformats.org/officeDocument/2006/relationships/image"/><Relationship Id="rId6" Target="../media/image133.svg" Type="http://schemas.openxmlformats.org/officeDocument/2006/relationships/image"/><Relationship Id="rId7" Target="../media/image134.svg" Type="http://schemas.openxmlformats.org/officeDocument/2006/relationships/image"/><Relationship Id="rId8" Target="../media/image135.png" Type="http://schemas.openxmlformats.org/officeDocument/2006/relationships/image"/><Relationship Id="rId9" Target="../media/image136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1.png" Type="http://schemas.openxmlformats.org/officeDocument/2006/relationships/image"/><Relationship Id="rId2" Target="../media/image138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39.png" Type="http://schemas.openxmlformats.org/officeDocument/2006/relationships/image"/><Relationship Id="rId9" Target="../media/image14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0.svg" Type="http://schemas.openxmlformats.org/officeDocument/2006/relationships/image"/><Relationship Id="rId11" Target="../media/image151.png" Type="http://schemas.openxmlformats.org/officeDocument/2006/relationships/image"/><Relationship Id="rId12" Target="../media/image152.png" Type="http://schemas.openxmlformats.org/officeDocument/2006/relationships/image"/><Relationship Id="rId13" Target="../media/image153.png" Type="http://schemas.openxmlformats.org/officeDocument/2006/relationships/image"/><Relationship Id="rId14" Target="../media/image154.svg" Type="http://schemas.openxmlformats.org/officeDocument/2006/relationships/image"/><Relationship Id="rId15" Target="../media/image155.png" Type="http://schemas.openxmlformats.org/officeDocument/2006/relationships/image"/><Relationship Id="rId2" Target="../media/image142.jpeg" Type="http://schemas.openxmlformats.org/officeDocument/2006/relationships/image"/><Relationship Id="rId3" Target="../media/image143.jpeg" Type="http://schemas.openxmlformats.org/officeDocument/2006/relationships/image"/><Relationship Id="rId4" Target="../media/image144.jpeg" Type="http://schemas.openxmlformats.org/officeDocument/2006/relationships/image"/><Relationship Id="rId5" Target="../media/image145.png" Type="http://schemas.openxmlformats.org/officeDocument/2006/relationships/image"/><Relationship Id="rId6" Target="../media/image146.svg" Type="http://schemas.openxmlformats.org/officeDocument/2006/relationships/image"/><Relationship Id="rId7" Target="../media/image147.png" Type="http://schemas.openxmlformats.org/officeDocument/2006/relationships/image"/><Relationship Id="rId8" Target="../media/image148.png" Type="http://schemas.openxmlformats.org/officeDocument/2006/relationships/image"/><Relationship Id="rId9" Target="../media/image14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6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57.png" Type="http://schemas.openxmlformats.org/officeDocument/2006/relationships/image"/><Relationship Id="rId9" Target="../media/image15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9.png" Type="http://schemas.openxmlformats.org/officeDocument/2006/relationships/image"/><Relationship Id="rId3" Target="../media/image160.svg" Type="http://schemas.openxmlformats.org/officeDocument/2006/relationships/image"/><Relationship Id="rId4" Target="../media/image161.png" Type="http://schemas.openxmlformats.org/officeDocument/2006/relationships/image"/><Relationship Id="rId5" Target="../media/image162.png" Type="http://schemas.openxmlformats.org/officeDocument/2006/relationships/image"/><Relationship Id="rId6" Target="../media/image163.jpeg" Type="http://schemas.openxmlformats.org/officeDocument/2006/relationships/image"/><Relationship Id="rId7" Target="../media/image164.png" Type="http://schemas.openxmlformats.org/officeDocument/2006/relationships/image"/><Relationship Id="rId8" Target="../media/image16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9.png" Type="http://schemas.openxmlformats.org/officeDocument/2006/relationships/image"/><Relationship Id="rId11" Target="../media/image170.png" Type="http://schemas.openxmlformats.org/officeDocument/2006/relationships/image"/><Relationship Id="rId12" Target="../media/image171.png" Type="http://schemas.openxmlformats.org/officeDocument/2006/relationships/image"/><Relationship Id="rId2" Target="../media/image166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67.png" Type="http://schemas.openxmlformats.org/officeDocument/2006/relationships/image"/><Relationship Id="rId9" Target="../media/image16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2.jpeg" Type="http://schemas.openxmlformats.org/officeDocument/2006/relationships/image"/><Relationship Id="rId3" Target="../media/image17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7.png" Type="http://schemas.openxmlformats.org/officeDocument/2006/relationships/image"/><Relationship Id="rId2" Target="../media/image174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75.png" Type="http://schemas.openxmlformats.org/officeDocument/2006/relationships/image"/><Relationship Id="rId9" Target="../media/image17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8.png" Type="http://schemas.openxmlformats.org/officeDocument/2006/relationships/image"/><Relationship Id="rId3" Target="../media/image179.png" Type="http://schemas.openxmlformats.org/officeDocument/2006/relationships/image"/><Relationship Id="rId4" Target="../media/image180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4.png" Type="http://schemas.openxmlformats.org/officeDocument/2006/relationships/image"/><Relationship Id="rId11" Target="../media/image177.png" Type="http://schemas.openxmlformats.org/officeDocument/2006/relationships/image"/><Relationship Id="rId2" Target="../media/image181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82.png" Type="http://schemas.openxmlformats.org/officeDocument/2006/relationships/image"/><Relationship Id="rId9" Target="../media/image18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5.png" Type="http://schemas.openxmlformats.org/officeDocument/2006/relationships/image"/><Relationship Id="rId3" Target="../media/image186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0.png" Type="http://schemas.openxmlformats.org/officeDocument/2006/relationships/image"/><Relationship Id="rId11" Target="../media/image191.png" Type="http://schemas.openxmlformats.org/officeDocument/2006/relationships/image"/><Relationship Id="rId2" Target="../media/image187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188.png" Type="http://schemas.openxmlformats.org/officeDocument/2006/relationships/image"/><Relationship Id="rId9" Target="../media/image18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2.png" Type="http://schemas.openxmlformats.org/officeDocument/2006/relationships/image"/><Relationship Id="rId3" Target="../media/image193.png" Type="http://schemas.openxmlformats.org/officeDocument/2006/relationships/image"/><Relationship Id="rId4" Target="../media/image194.png" Type="http://schemas.openxmlformats.org/officeDocument/2006/relationships/image"/><Relationship Id="rId5" Target="../media/image195.png" Type="http://schemas.openxmlformats.org/officeDocument/2006/relationships/image"/><Relationship Id="rId6" Target="../media/image196.png" Type="http://schemas.openxmlformats.org/officeDocument/2006/relationships/image"/><Relationship Id="rId7" Target="../media/image197.png" Type="http://schemas.openxmlformats.org/officeDocument/2006/relationships/image"/><Relationship Id="rId8" Target="../media/image198.png" Type="http://schemas.openxmlformats.org/officeDocument/2006/relationships/image"/><Relationship Id="rId9" Target="../media/image199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3.png" Type="http://schemas.openxmlformats.org/officeDocument/2006/relationships/image"/><Relationship Id="rId2" Target="../media/image200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201.png" Type="http://schemas.openxmlformats.org/officeDocument/2006/relationships/image"/><Relationship Id="rId9" Target="../media/image202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4.png" Type="http://schemas.openxmlformats.org/officeDocument/2006/relationships/image"/><Relationship Id="rId3" Target="../media/image205.png" Type="http://schemas.openxmlformats.org/officeDocument/2006/relationships/image"/><Relationship Id="rId4" Target="../media/image206.png" Type="http://schemas.openxmlformats.org/officeDocument/2006/relationships/image"/><Relationship Id="rId5" Target="../media/image20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8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209.png" Type="http://schemas.openxmlformats.org/officeDocument/2006/relationships/image"/><Relationship Id="rId9" Target="../media/image210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1.png" Type="http://schemas.openxmlformats.org/officeDocument/2006/relationships/image"/><Relationship Id="rId3" Target="../media/image212.png" Type="http://schemas.openxmlformats.org/officeDocument/2006/relationships/image"/><Relationship Id="rId4" Target="../media/image21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4.png" Type="http://schemas.openxmlformats.org/officeDocument/2006/relationships/image"/><Relationship Id="rId3" Target="../media/image215.svg" Type="http://schemas.openxmlformats.org/officeDocument/2006/relationships/image"/><Relationship Id="rId4" Target="../media/image216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17.png" Type="http://schemas.openxmlformats.org/officeDocument/2006/relationships/image"/><Relationship Id="rId4" Target="../media/image218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9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220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1.jpeg" Type="http://schemas.openxmlformats.org/officeDocument/2006/relationships/image"/><Relationship Id="rId3" Target="../media/image222.png" Type="http://schemas.openxmlformats.org/officeDocument/2006/relationships/image"/><Relationship Id="rId4" Target="../media/image223.svg" Type="http://schemas.openxmlformats.org/officeDocument/2006/relationships/image"/><Relationship Id="rId5" Target="../media/image224.png" Type="http://schemas.openxmlformats.org/officeDocument/2006/relationships/image"/><Relationship Id="rId6" Target="../media/image225.png" Type="http://schemas.openxmlformats.org/officeDocument/2006/relationships/image"/><Relationship Id="rId7" Target="../media/image22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7.jpeg" Type="http://schemas.openxmlformats.org/officeDocument/2006/relationships/image"/><Relationship Id="rId3" Target="../media/image222.png" Type="http://schemas.openxmlformats.org/officeDocument/2006/relationships/image"/><Relationship Id="rId4" Target="../media/image223.svg" Type="http://schemas.openxmlformats.org/officeDocument/2006/relationships/image"/><Relationship Id="rId5" Target="../media/image228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9.jpeg" Type="http://schemas.openxmlformats.org/officeDocument/2006/relationships/image"/><Relationship Id="rId3" Target="../media/image222.png" Type="http://schemas.openxmlformats.org/officeDocument/2006/relationships/image"/><Relationship Id="rId4" Target="../media/image223.svg" Type="http://schemas.openxmlformats.org/officeDocument/2006/relationships/image"/><Relationship Id="rId5" Target="../media/image230.png" Type="http://schemas.openxmlformats.org/officeDocument/2006/relationships/image"/><Relationship Id="rId6" Target="../media/image231.png" Type="http://schemas.openxmlformats.org/officeDocument/2006/relationships/image"/><Relationship Id="rId7" Target="../media/image232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3.jpeg" Type="http://schemas.openxmlformats.org/officeDocument/2006/relationships/image"/><Relationship Id="rId3" Target="../media/image222.png" Type="http://schemas.openxmlformats.org/officeDocument/2006/relationships/image"/><Relationship Id="rId4" Target="../media/image223.svg" Type="http://schemas.openxmlformats.org/officeDocument/2006/relationships/image"/><Relationship Id="rId5" Target="../media/image234.png" Type="http://schemas.openxmlformats.org/officeDocument/2006/relationships/image"/><Relationship Id="rId6" Target="../media/image235.png" Type="http://schemas.openxmlformats.org/officeDocument/2006/relationships/image"/><Relationship Id="rId7" Target="../media/image236.png" Type="http://schemas.openxmlformats.org/officeDocument/2006/relationships/image"/><Relationship Id="rId8" Target="../media/image237.png" Type="http://schemas.openxmlformats.org/officeDocument/2006/relationships/image"/><Relationship Id="rId9" Target="../media/image238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2.png" Type="http://schemas.openxmlformats.org/officeDocument/2006/relationships/image"/><Relationship Id="rId3" Target="../media/image223.svg" Type="http://schemas.openxmlformats.org/officeDocument/2006/relationships/image"/><Relationship Id="rId4" Target="../media/image239.png" Type="http://schemas.openxmlformats.org/officeDocument/2006/relationships/image"/><Relationship Id="rId5" Target="../media/image240.png" Type="http://schemas.openxmlformats.org/officeDocument/2006/relationships/image"/><Relationship Id="rId6" Target="../media/image241.jpe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2.jpeg" Type="http://schemas.openxmlformats.org/officeDocument/2006/relationships/image"/><Relationship Id="rId3" Target="../media/image222.png" Type="http://schemas.openxmlformats.org/officeDocument/2006/relationships/image"/><Relationship Id="rId4" Target="../media/image223.svg" Type="http://schemas.openxmlformats.org/officeDocument/2006/relationships/image"/><Relationship Id="rId5" Target="../media/image243.png" Type="http://schemas.openxmlformats.org/officeDocument/2006/relationships/image"/><Relationship Id="rId6" Target="../media/image244.png" Type="http://schemas.openxmlformats.org/officeDocument/2006/relationships/image"/><Relationship Id="rId7" Target="../media/image245.png" Type="http://schemas.openxmlformats.org/officeDocument/2006/relationships/image"/><Relationship Id="rId8" Target="../media/image246.png" Type="http://schemas.openxmlformats.org/officeDocument/2006/relationships/image"/><Relationship Id="rId9" Target="../media/image247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2.png" Type="http://schemas.openxmlformats.org/officeDocument/2006/relationships/image"/><Relationship Id="rId3" Target="../media/image223.svg" Type="http://schemas.openxmlformats.org/officeDocument/2006/relationships/image"/><Relationship Id="rId4" Target="../media/image248.png" Type="http://schemas.openxmlformats.org/officeDocument/2006/relationships/image"/><Relationship Id="rId5" Target="../media/image249.png" Type="http://schemas.openxmlformats.org/officeDocument/2006/relationships/image"/><Relationship Id="rId6" Target="../media/image250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2.png" Type="http://schemas.openxmlformats.org/officeDocument/2006/relationships/image"/><Relationship Id="rId3" Target="../media/image223.svg" Type="http://schemas.openxmlformats.org/officeDocument/2006/relationships/image"/><Relationship Id="rId4" Target="../media/image251.png" Type="http://schemas.openxmlformats.org/officeDocument/2006/relationships/image"/><Relationship Id="rId5" Target="../media/image252.png" Type="http://schemas.openxmlformats.org/officeDocument/2006/relationships/image"/><Relationship Id="rId6" Target="../media/image253.png" Type="http://schemas.openxmlformats.org/officeDocument/2006/relationships/image"/><Relationship Id="rId7" Target="../media/image254.png" Type="http://schemas.openxmlformats.org/officeDocument/2006/relationships/image"/><Relationship Id="rId8" Target="../media/image255.jpe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6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257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6.png" Type="http://schemas.openxmlformats.org/officeDocument/2006/relationships/image"/><Relationship Id="rId11" Target="../media/image267.png" Type="http://schemas.openxmlformats.org/officeDocument/2006/relationships/image"/><Relationship Id="rId12" Target="../media/image268.png" Type="http://schemas.openxmlformats.org/officeDocument/2006/relationships/image"/><Relationship Id="rId13" Target="../media/image269.png" Type="http://schemas.openxmlformats.org/officeDocument/2006/relationships/image"/><Relationship Id="rId14" Target="../media/image270.png" Type="http://schemas.openxmlformats.org/officeDocument/2006/relationships/image"/><Relationship Id="rId15" Target="../media/image271.png" Type="http://schemas.openxmlformats.org/officeDocument/2006/relationships/image"/><Relationship Id="rId16" Target="../media/image272.png" Type="http://schemas.openxmlformats.org/officeDocument/2006/relationships/image"/><Relationship Id="rId17" Target="../media/image273.png" Type="http://schemas.openxmlformats.org/officeDocument/2006/relationships/image"/><Relationship Id="rId18" Target="../media/image274.png" Type="http://schemas.openxmlformats.org/officeDocument/2006/relationships/image"/><Relationship Id="rId19" Target="../media/image275.png" Type="http://schemas.openxmlformats.org/officeDocument/2006/relationships/image"/><Relationship Id="rId2" Target="../media/image258.png" Type="http://schemas.openxmlformats.org/officeDocument/2006/relationships/image"/><Relationship Id="rId20" Target="../media/image276.png" Type="http://schemas.openxmlformats.org/officeDocument/2006/relationships/image"/><Relationship Id="rId21" Target="../media/image277.png" Type="http://schemas.openxmlformats.org/officeDocument/2006/relationships/image"/><Relationship Id="rId22" Target="../media/image278.png" Type="http://schemas.openxmlformats.org/officeDocument/2006/relationships/image"/><Relationship Id="rId23" Target="../media/image279.svg" Type="http://schemas.openxmlformats.org/officeDocument/2006/relationships/image"/><Relationship Id="rId24" Target="../media/image280.png" Type="http://schemas.openxmlformats.org/officeDocument/2006/relationships/image"/><Relationship Id="rId25" Target="../media/image281.png" Type="http://schemas.openxmlformats.org/officeDocument/2006/relationships/image"/><Relationship Id="rId26" Target="../media/image282.svg" Type="http://schemas.openxmlformats.org/officeDocument/2006/relationships/image"/><Relationship Id="rId27" Target="../media/image283.png" Type="http://schemas.openxmlformats.org/officeDocument/2006/relationships/image"/><Relationship Id="rId3" Target="../media/image259.png" Type="http://schemas.openxmlformats.org/officeDocument/2006/relationships/image"/><Relationship Id="rId4" Target="../media/image260.png" Type="http://schemas.openxmlformats.org/officeDocument/2006/relationships/image"/><Relationship Id="rId5" Target="../media/image261.png" Type="http://schemas.openxmlformats.org/officeDocument/2006/relationships/image"/><Relationship Id="rId6" Target="../media/image262.png" Type="http://schemas.openxmlformats.org/officeDocument/2006/relationships/image"/><Relationship Id="rId7" Target="../media/image263.png" Type="http://schemas.openxmlformats.org/officeDocument/2006/relationships/image"/><Relationship Id="rId8" Target="../media/image264.png" Type="http://schemas.openxmlformats.org/officeDocument/2006/relationships/image"/><Relationship Id="rId9" Target="../media/image265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4.png" Type="http://schemas.openxmlformats.org/officeDocument/2006/relationships/image"/><Relationship Id="rId3" Target="../media/image1.png" Type="http://schemas.openxmlformats.org/officeDocument/2006/relationships/image"/><Relationship Id="rId4" Target="../media/image96.png" Type="http://schemas.openxmlformats.org/officeDocument/2006/relationships/image"/><Relationship Id="rId5" Target="../media/image97.svg" Type="http://schemas.openxmlformats.org/officeDocument/2006/relationships/image"/><Relationship Id="rId6" Target="../media/image98.png" Type="http://schemas.openxmlformats.org/officeDocument/2006/relationships/image"/><Relationship Id="rId7" Target="../media/image99.png" Type="http://schemas.openxmlformats.org/officeDocument/2006/relationships/image"/><Relationship Id="rId8" Target="../media/image285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23703" y="4895088"/>
            <a:ext cx="82296" cy="118872"/>
            <a:chOff x="0" y="0"/>
            <a:chExt cx="109728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" cy="158496"/>
            </a:xfrm>
            <a:custGeom>
              <a:avLst/>
              <a:gdLst/>
              <a:ahLst/>
              <a:cxnLst/>
              <a:rect r="r" b="b" t="t" l="l"/>
              <a:pathLst>
                <a:path h="158496" w="109728">
                  <a:moveTo>
                    <a:pt x="0" y="0"/>
                  </a:moveTo>
                  <a:lnTo>
                    <a:pt x="109728" y="0"/>
                  </a:lnTo>
                  <a:lnTo>
                    <a:pt x="109728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4594" y="4874362"/>
            <a:ext cx="1183757" cy="147828"/>
            <a:chOff x="0" y="0"/>
            <a:chExt cx="1578343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8356" cy="197104"/>
            </a:xfrm>
            <a:custGeom>
              <a:avLst/>
              <a:gdLst/>
              <a:ahLst/>
              <a:cxnLst/>
              <a:rect r="r" b="b" t="t" l="l"/>
              <a:pathLst>
                <a:path h="197104" w="1578356">
                  <a:moveTo>
                    <a:pt x="0" y="0"/>
                  </a:moveTo>
                  <a:lnTo>
                    <a:pt x="1578356" y="0"/>
                  </a:lnTo>
                  <a:lnTo>
                    <a:pt x="1578356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6487030" y="4874362"/>
            <a:ext cx="2127380" cy="147828"/>
            <a:chOff x="0" y="0"/>
            <a:chExt cx="2836507" cy="19710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36545" cy="197104"/>
            </a:xfrm>
            <a:custGeom>
              <a:avLst/>
              <a:gdLst/>
              <a:ahLst/>
              <a:cxnLst/>
              <a:rect r="r" b="b" t="t" l="l"/>
              <a:pathLst>
                <a:path h="197104" w="2836545">
                  <a:moveTo>
                    <a:pt x="0" y="0"/>
                  </a:moveTo>
                  <a:lnTo>
                    <a:pt x="2836545" y="0"/>
                  </a:lnTo>
                  <a:lnTo>
                    <a:pt x="2836545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0" y="0"/>
            <a:ext cx="9144000" cy="5143500"/>
            <a:chOff x="0" y="0"/>
            <a:chExt cx="12192000" cy="685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0" t="-207" r="-516" b="-918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0" y="-19050"/>
            <a:ext cx="9209008" cy="5143500"/>
            <a:chOff x="0" y="0"/>
            <a:chExt cx="12278678" cy="685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27864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278640">
                  <a:moveTo>
                    <a:pt x="0" y="0"/>
                  </a:moveTo>
                  <a:lnTo>
                    <a:pt x="12278640" y="0"/>
                  </a:lnTo>
                  <a:lnTo>
                    <a:pt x="1227864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461" r="0" b="-3168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859024" y="0"/>
            <a:ext cx="3201924" cy="2150364"/>
            <a:chOff x="0" y="0"/>
            <a:chExt cx="4269232" cy="28671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69232" cy="2867152"/>
            </a:xfrm>
            <a:custGeom>
              <a:avLst/>
              <a:gdLst/>
              <a:ahLst/>
              <a:cxnLst/>
              <a:rect r="r" b="b" t="t" l="l"/>
              <a:pathLst>
                <a:path h="2867152" w="4269232">
                  <a:moveTo>
                    <a:pt x="0" y="0"/>
                  </a:moveTo>
                  <a:lnTo>
                    <a:pt x="4269232" y="0"/>
                  </a:lnTo>
                  <a:lnTo>
                    <a:pt x="4269232" y="2867152"/>
                  </a:lnTo>
                  <a:lnTo>
                    <a:pt x="0" y="28671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2976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064131" y="0"/>
            <a:ext cx="3015739" cy="2068954"/>
            <a:chOff x="0" y="0"/>
            <a:chExt cx="4020985" cy="27586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20985" cy="2758605"/>
            </a:xfrm>
            <a:custGeom>
              <a:avLst/>
              <a:gdLst/>
              <a:ahLst/>
              <a:cxnLst/>
              <a:rect r="r" b="b" t="t" l="l"/>
              <a:pathLst>
                <a:path h="2758605" w="4020985">
                  <a:moveTo>
                    <a:pt x="0" y="0"/>
                  </a:moveTo>
                  <a:lnTo>
                    <a:pt x="4020985" y="0"/>
                  </a:lnTo>
                  <a:lnTo>
                    <a:pt x="4020985" y="2758605"/>
                  </a:lnTo>
                  <a:lnTo>
                    <a:pt x="0" y="27586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8" id="18"/>
            <p:cNvGrpSpPr/>
            <p:nvPr/>
          </p:nvGrpSpPr>
          <p:grpSpPr>
            <a:xfrm rot="0">
              <a:off x="849884" y="1258252"/>
              <a:ext cx="2531872" cy="634390"/>
              <a:chOff x="0" y="0"/>
              <a:chExt cx="2531872" cy="63439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531872" cy="634365"/>
              </a:xfrm>
              <a:custGeom>
                <a:avLst/>
                <a:gdLst/>
                <a:ahLst/>
                <a:cxnLst/>
                <a:rect r="r" b="b" t="t" l="l"/>
                <a:pathLst>
                  <a:path h="634365" w="2531872">
                    <a:moveTo>
                      <a:pt x="0" y="0"/>
                    </a:moveTo>
                    <a:lnTo>
                      <a:pt x="2531872" y="0"/>
                    </a:lnTo>
                    <a:lnTo>
                      <a:pt x="2531872" y="634365"/>
                    </a:lnTo>
                    <a:lnTo>
                      <a:pt x="0" y="63436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1"/>
                <a:stretch>
                  <a:fillRect l="0" t="0" r="0" b="-4"/>
                </a:stretch>
              </a:blip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250444" y="1778444"/>
              <a:ext cx="3735832" cy="634390"/>
              <a:chOff x="0" y="0"/>
              <a:chExt cx="3735832" cy="63439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735832" cy="634365"/>
              </a:xfrm>
              <a:custGeom>
                <a:avLst/>
                <a:gdLst/>
                <a:ahLst/>
                <a:cxnLst/>
                <a:rect r="r" b="b" t="t" l="l"/>
                <a:pathLst>
                  <a:path h="634365" w="3735832">
                    <a:moveTo>
                      <a:pt x="0" y="0"/>
                    </a:moveTo>
                    <a:lnTo>
                      <a:pt x="3735832" y="0"/>
                    </a:lnTo>
                    <a:lnTo>
                      <a:pt x="3735832" y="634365"/>
                    </a:lnTo>
                    <a:lnTo>
                      <a:pt x="0" y="63436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 l="0" t="0" r="0" b="-4"/>
                </a:stretch>
              </a:blipFill>
            </p:spPr>
          </p:sp>
        </p:grpSp>
      </p:grpSp>
      <p:grpSp>
        <p:nvGrpSpPr>
          <p:cNvPr name="Group 22" id="22"/>
          <p:cNvGrpSpPr/>
          <p:nvPr/>
        </p:nvGrpSpPr>
        <p:grpSpPr>
          <a:xfrm rot="0">
            <a:off x="4238254" y="167126"/>
            <a:ext cx="667950" cy="668064"/>
            <a:chOff x="0" y="0"/>
            <a:chExt cx="667944" cy="6680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63500" y="63500"/>
              <a:ext cx="541017" cy="541149"/>
            </a:xfrm>
            <a:custGeom>
              <a:avLst/>
              <a:gdLst/>
              <a:ahLst/>
              <a:cxnLst/>
              <a:rect r="r" b="b" t="t" l="l"/>
              <a:pathLst>
                <a:path h="541149" w="541017">
                  <a:moveTo>
                    <a:pt x="361186" y="0"/>
                  </a:moveTo>
                  <a:cubicBezTo>
                    <a:pt x="352931" y="127"/>
                    <a:pt x="344803" y="3302"/>
                    <a:pt x="338580" y="9652"/>
                  </a:cubicBezTo>
                  <a:lnTo>
                    <a:pt x="179196" y="168911"/>
                  </a:lnTo>
                  <a:lnTo>
                    <a:pt x="168909" y="179198"/>
                  </a:lnTo>
                  <a:lnTo>
                    <a:pt x="9652" y="338584"/>
                  </a:lnTo>
                  <a:cubicBezTo>
                    <a:pt x="3429" y="344807"/>
                    <a:pt x="254" y="352935"/>
                    <a:pt x="0" y="361063"/>
                  </a:cubicBezTo>
                  <a:lnTo>
                    <a:pt x="0" y="362587"/>
                  </a:lnTo>
                  <a:cubicBezTo>
                    <a:pt x="127" y="370715"/>
                    <a:pt x="3429" y="378843"/>
                    <a:pt x="9652" y="385066"/>
                  </a:cubicBezTo>
                  <a:lnTo>
                    <a:pt x="155955" y="531498"/>
                  </a:lnTo>
                  <a:cubicBezTo>
                    <a:pt x="162051" y="537594"/>
                    <a:pt x="169925" y="540769"/>
                    <a:pt x="177926" y="541150"/>
                  </a:cubicBezTo>
                  <a:lnTo>
                    <a:pt x="180466" y="541150"/>
                  </a:lnTo>
                  <a:cubicBezTo>
                    <a:pt x="188467" y="540896"/>
                    <a:pt x="196341" y="537594"/>
                    <a:pt x="202437" y="531498"/>
                  </a:cubicBezTo>
                  <a:lnTo>
                    <a:pt x="361694" y="372112"/>
                  </a:lnTo>
                  <a:lnTo>
                    <a:pt x="371981" y="361825"/>
                  </a:lnTo>
                  <a:lnTo>
                    <a:pt x="531365" y="202566"/>
                  </a:lnTo>
                  <a:cubicBezTo>
                    <a:pt x="537588" y="196216"/>
                    <a:pt x="540890" y="188088"/>
                    <a:pt x="541017" y="179833"/>
                  </a:cubicBezTo>
                  <a:lnTo>
                    <a:pt x="541017" y="178817"/>
                  </a:lnTo>
                  <a:cubicBezTo>
                    <a:pt x="540890" y="170562"/>
                    <a:pt x="537715" y="162307"/>
                    <a:pt x="531365" y="156084"/>
                  </a:cubicBezTo>
                  <a:lnTo>
                    <a:pt x="384935" y="9652"/>
                  </a:lnTo>
                  <a:cubicBezTo>
                    <a:pt x="378712" y="3429"/>
                    <a:pt x="370457" y="127"/>
                    <a:pt x="362329" y="0"/>
                  </a:cubicBezTo>
                  <a:lnTo>
                    <a:pt x="361186" y="0"/>
                  </a:lnTo>
                  <a:close/>
                </a:path>
              </a:pathLst>
            </a:custGeom>
            <a:solidFill>
              <a:srgbClr val="FEFAF6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53110" y="78105"/>
              <a:ext cx="336675" cy="336933"/>
            </a:xfrm>
            <a:custGeom>
              <a:avLst/>
              <a:gdLst/>
              <a:ahLst/>
              <a:cxnLst/>
              <a:rect r="r" b="b" t="t" l="l"/>
              <a:pathLst>
                <a:path h="336933" w="336675">
                  <a:moveTo>
                    <a:pt x="159257" y="5334"/>
                  </a:moveTo>
                  <a:lnTo>
                    <a:pt x="0" y="164593"/>
                  </a:lnTo>
                  <a:lnTo>
                    <a:pt x="172084" y="336933"/>
                  </a:lnTo>
                  <a:lnTo>
                    <a:pt x="331341" y="177547"/>
                  </a:lnTo>
                  <a:cubicBezTo>
                    <a:pt x="338453" y="170435"/>
                    <a:pt x="338453" y="158878"/>
                    <a:pt x="331341" y="151766"/>
                  </a:cubicBezTo>
                  <a:lnTo>
                    <a:pt x="185038" y="5334"/>
                  </a:lnTo>
                  <a:cubicBezTo>
                    <a:pt x="177926" y="-1778"/>
                    <a:pt x="166369" y="-1778"/>
                    <a:pt x="159257" y="5334"/>
                  </a:cubicBezTo>
                  <a:close/>
                  <a:moveTo>
                    <a:pt x="214756" y="164593"/>
                  </a:moveTo>
                  <a:cubicBezTo>
                    <a:pt x="214756" y="176404"/>
                    <a:pt x="209930" y="186945"/>
                    <a:pt x="202310" y="194692"/>
                  </a:cubicBezTo>
                  <a:cubicBezTo>
                    <a:pt x="194690" y="202439"/>
                    <a:pt x="184022" y="207265"/>
                    <a:pt x="172211" y="207265"/>
                  </a:cubicBezTo>
                  <a:cubicBezTo>
                    <a:pt x="160400" y="207265"/>
                    <a:pt x="149859" y="202439"/>
                    <a:pt x="142112" y="194692"/>
                  </a:cubicBezTo>
                  <a:cubicBezTo>
                    <a:pt x="134365" y="186945"/>
                    <a:pt x="129666" y="176404"/>
                    <a:pt x="129666" y="164593"/>
                  </a:cubicBezTo>
                  <a:cubicBezTo>
                    <a:pt x="129666" y="152782"/>
                    <a:pt x="134492" y="142241"/>
                    <a:pt x="142112" y="134494"/>
                  </a:cubicBezTo>
                  <a:cubicBezTo>
                    <a:pt x="149732" y="126747"/>
                    <a:pt x="160400" y="122048"/>
                    <a:pt x="172211" y="122048"/>
                  </a:cubicBezTo>
                  <a:cubicBezTo>
                    <a:pt x="184022" y="122048"/>
                    <a:pt x="194563" y="126874"/>
                    <a:pt x="202310" y="134494"/>
                  </a:cubicBezTo>
                  <a:cubicBezTo>
                    <a:pt x="210057" y="142114"/>
                    <a:pt x="214756" y="152782"/>
                    <a:pt x="214756" y="164593"/>
                  </a:cubicBezTo>
                  <a:close/>
                </a:path>
              </a:pathLst>
            </a:custGeom>
            <a:solidFill>
              <a:srgbClr val="FF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78105" y="253112"/>
              <a:ext cx="336802" cy="336806"/>
            </a:xfrm>
            <a:custGeom>
              <a:avLst/>
              <a:gdLst/>
              <a:ahLst/>
              <a:cxnLst/>
              <a:rect r="r" b="b" t="t" l="l"/>
              <a:pathLst>
                <a:path h="336806" w="336802">
                  <a:moveTo>
                    <a:pt x="5334" y="159259"/>
                  </a:moveTo>
                  <a:cubicBezTo>
                    <a:pt x="-1778" y="166371"/>
                    <a:pt x="-1778" y="177928"/>
                    <a:pt x="5334" y="185040"/>
                  </a:cubicBezTo>
                  <a:lnTo>
                    <a:pt x="151764" y="331472"/>
                  </a:lnTo>
                  <a:cubicBezTo>
                    <a:pt x="158876" y="338584"/>
                    <a:pt x="170433" y="338584"/>
                    <a:pt x="177545" y="331472"/>
                  </a:cubicBezTo>
                  <a:lnTo>
                    <a:pt x="336802" y="172213"/>
                  </a:lnTo>
                  <a:lnTo>
                    <a:pt x="164591" y="0"/>
                  </a:lnTo>
                  <a:lnTo>
                    <a:pt x="5334" y="159259"/>
                  </a:lnTo>
                  <a:close/>
                  <a:moveTo>
                    <a:pt x="146938" y="172213"/>
                  </a:moveTo>
                  <a:cubicBezTo>
                    <a:pt x="146938" y="184024"/>
                    <a:pt x="142112" y="194565"/>
                    <a:pt x="134492" y="202312"/>
                  </a:cubicBezTo>
                  <a:cubicBezTo>
                    <a:pt x="126872" y="210059"/>
                    <a:pt x="116204" y="214758"/>
                    <a:pt x="104393" y="214758"/>
                  </a:cubicBezTo>
                  <a:cubicBezTo>
                    <a:pt x="92582" y="214758"/>
                    <a:pt x="82041" y="209932"/>
                    <a:pt x="74294" y="202312"/>
                  </a:cubicBezTo>
                  <a:cubicBezTo>
                    <a:pt x="66547" y="194692"/>
                    <a:pt x="61848" y="184024"/>
                    <a:pt x="61848" y="172213"/>
                  </a:cubicBezTo>
                  <a:cubicBezTo>
                    <a:pt x="61848" y="160402"/>
                    <a:pt x="66674" y="149861"/>
                    <a:pt x="74294" y="142114"/>
                  </a:cubicBezTo>
                  <a:cubicBezTo>
                    <a:pt x="81914" y="134367"/>
                    <a:pt x="92582" y="129541"/>
                    <a:pt x="104393" y="129541"/>
                  </a:cubicBezTo>
                  <a:cubicBezTo>
                    <a:pt x="116204" y="129541"/>
                    <a:pt x="126745" y="134367"/>
                    <a:pt x="134492" y="142114"/>
                  </a:cubicBezTo>
                  <a:cubicBezTo>
                    <a:pt x="142239" y="149861"/>
                    <a:pt x="146938" y="160402"/>
                    <a:pt x="146938" y="172213"/>
                  </a:cubicBezTo>
                  <a:close/>
                  <a:moveTo>
                    <a:pt x="267460" y="172086"/>
                  </a:moveTo>
                  <a:cubicBezTo>
                    <a:pt x="267460" y="183897"/>
                    <a:pt x="262634" y="194438"/>
                    <a:pt x="255014" y="202185"/>
                  </a:cubicBezTo>
                  <a:cubicBezTo>
                    <a:pt x="247394" y="209932"/>
                    <a:pt x="236726" y="214631"/>
                    <a:pt x="224915" y="214631"/>
                  </a:cubicBezTo>
                  <a:cubicBezTo>
                    <a:pt x="213105" y="214631"/>
                    <a:pt x="202564" y="209805"/>
                    <a:pt x="194817" y="202185"/>
                  </a:cubicBezTo>
                  <a:cubicBezTo>
                    <a:pt x="187070" y="194565"/>
                    <a:pt x="182371" y="183897"/>
                    <a:pt x="182371" y="172086"/>
                  </a:cubicBezTo>
                  <a:cubicBezTo>
                    <a:pt x="182371" y="160275"/>
                    <a:pt x="187197" y="149734"/>
                    <a:pt x="194817" y="141987"/>
                  </a:cubicBezTo>
                  <a:cubicBezTo>
                    <a:pt x="202437" y="134240"/>
                    <a:pt x="213105" y="129414"/>
                    <a:pt x="224915" y="129414"/>
                  </a:cubicBezTo>
                  <a:cubicBezTo>
                    <a:pt x="236726" y="129414"/>
                    <a:pt x="247267" y="134240"/>
                    <a:pt x="255014" y="141987"/>
                  </a:cubicBezTo>
                  <a:cubicBezTo>
                    <a:pt x="262761" y="149734"/>
                    <a:pt x="267460" y="160275"/>
                    <a:pt x="267460" y="172086"/>
                  </a:cubicBezTo>
                  <a:close/>
                </a:path>
              </a:pathLst>
            </a:custGeom>
            <a:solidFill>
              <a:srgbClr val="0090E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293114" y="572519"/>
              <a:ext cx="21082" cy="21082"/>
            </a:xfrm>
            <a:custGeom>
              <a:avLst/>
              <a:gdLst/>
              <a:ahLst/>
              <a:cxnLst/>
              <a:rect r="r" b="b" t="t" l="l"/>
              <a:pathLst>
                <a:path h="21082" w="21082">
                  <a:moveTo>
                    <a:pt x="10541" y="0"/>
                  </a:moveTo>
                  <a:cubicBezTo>
                    <a:pt x="4826" y="0"/>
                    <a:pt x="0" y="4445"/>
                    <a:pt x="0" y="10541"/>
                  </a:cubicBezTo>
                  <a:cubicBezTo>
                    <a:pt x="0" y="16637"/>
                    <a:pt x="4826" y="21082"/>
                    <a:pt x="10541" y="21082"/>
                  </a:cubicBezTo>
                  <a:cubicBezTo>
                    <a:pt x="16256" y="21082"/>
                    <a:pt x="21082" y="16637"/>
                    <a:pt x="21082" y="10541"/>
                  </a:cubicBezTo>
                  <a:cubicBezTo>
                    <a:pt x="21082" y="4445"/>
                    <a:pt x="16256" y="0"/>
                    <a:pt x="10541" y="0"/>
                  </a:cubicBezTo>
                  <a:close/>
                  <a:moveTo>
                    <a:pt x="10541" y="19304"/>
                  </a:moveTo>
                  <a:cubicBezTo>
                    <a:pt x="5715" y="19304"/>
                    <a:pt x="2032" y="15621"/>
                    <a:pt x="2032" y="10414"/>
                  </a:cubicBezTo>
                  <a:cubicBezTo>
                    <a:pt x="2032" y="5207"/>
                    <a:pt x="5715" y="1651"/>
                    <a:pt x="10541" y="1651"/>
                  </a:cubicBezTo>
                  <a:cubicBezTo>
                    <a:pt x="15367" y="1651"/>
                    <a:pt x="19050" y="5461"/>
                    <a:pt x="19050" y="10414"/>
                  </a:cubicBezTo>
                  <a:cubicBezTo>
                    <a:pt x="19050" y="15367"/>
                    <a:pt x="15367" y="19304"/>
                    <a:pt x="10541" y="19304"/>
                  </a:cubicBezTo>
                  <a:close/>
                  <a:moveTo>
                    <a:pt x="15367" y="7874"/>
                  </a:moveTo>
                  <a:cubicBezTo>
                    <a:pt x="15367" y="5461"/>
                    <a:pt x="13970" y="4445"/>
                    <a:pt x="11176" y="4445"/>
                  </a:cubicBezTo>
                  <a:lnTo>
                    <a:pt x="6604" y="4445"/>
                  </a:lnTo>
                  <a:lnTo>
                    <a:pt x="6604" y="16637"/>
                  </a:lnTo>
                  <a:lnTo>
                    <a:pt x="8509" y="16637"/>
                  </a:lnTo>
                  <a:lnTo>
                    <a:pt x="8509" y="11303"/>
                  </a:lnTo>
                  <a:lnTo>
                    <a:pt x="10541" y="11303"/>
                  </a:lnTo>
                  <a:lnTo>
                    <a:pt x="13716" y="16637"/>
                  </a:lnTo>
                  <a:lnTo>
                    <a:pt x="15748" y="16637"/>
                  </a:lnTo>
                  <a:lnTo>
                    <a:pt x="12319" y="11303"/>
                  </a:lnTo>
                  <a:cubicBezTo>
                    <a:pt x="14097" y="11049"/>
                    <a:pt x="15494" y="10160"/>
                    <a:pt x="15494" y="8001"/>
                  </a:cubicBezTo>
                  <a:close/>
                  <a:moveTo>
                    <a:pt x="8509" y="9906"/>
                  </a:moveTo>
                  <a:lnTo>
                    <a:pt x="8509" y="6096"/>
                  </a:lnTo>
                  <a:lnTo>
                    <a:pt x="11049" y="6096"/>
                  </a:lnTo>
                  <a:cubicBezTo>
                    <a:pt x="13081" y="6096"/>
                    <a:pt x="13716" y="6731"/>
                    <a:pt x="13716" y="7874"/>
                  </a:cubicBezTo>
                  <a:cubicBezTo>
                    <a:pt x="13716" y="9144"/>
                    <a:pt x="12954" y="9906"/>
                    <a:pt x="10795" y="9906"/>
                  </a:cubicBezTo>
                  <a:lnTo>
                    <a:pt x="8636" y="9906"/>
                  </a:lnTo>
                  <a:close/>
                </a:path>
              </a:pathLst>
            </a:custGeom>
            <a:solidFill>
              <a:srgbClr val="FEFAF6"/>
            </a:solid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42900" y="1130246"/>
            <a:ext cx="8458200" cy="1097080"/>
            <a:chOff x="0" y="0"/>
            <a:chExt cx="11277600" cy="14627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77600" cy="1462786"/>
            </a:xfrm>
            <a:custGeom>
              <a:avLst/>
              <a:gdLst/>
              <a:ahLst/>
              <a:cxnLst/>
              <a:rect r="r" b="b" t="t" l="l"/>
              <a:pathLst>
                <a:path h="1462786" w="11277600">
                  <a:moveTo>
                    <a:pt x="0" y="0"/>
                  </a:moveTo>
                  <a:lnTo>
                    <a:pt x="11277600" y="0"/>
                  </a:lnTo>
                  <a:lnTo>
                    <a:pt x="11277600" y="1462786"/>
                  </a:lnTo>
                  <a:lnTo>
                    <a:pt x="0" y="146278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01891" y="147399"/>
            <a:ext cx="455857" cy="455857"/>
            <a:chOff x="0" y="0"/>
            <a:chExt cx="607809" cy="6078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7822" cy="607822"/>
            </a:xfrm>
            <a:custGeom>
              <a:avLst/>
              <a:gdLst/>
              <a:ahLst/>
              <a:cxnLst/>
              <a:rect r="r" b="b" t="t" l="l"/>
              <a:pathLst>
                <a:path h="607822" w="607822">
                  <a:moveTo>
                    <a:pt x="0" y="0"/>
                  </a:moveTo>
                  <a:lnTo>
                    <a:pt x="607822" y="0"/>
                  </a:lnTo>
                  <a:lnTo>
                    <a:pt x="607822" y="607822"/>
                  </a:lnTo>
                  <a:lnTo>
                    <a:pt x="0" y="6078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2" b="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710558" y="3024883"/>
            <a:ext cx="4010663" cy="653796"/>
            <a:chOff x="0" y="0"/>
            <a:chExt cx="5347551" cy="871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47589" cy="871728"/>
            </a:xfrm>
            <a:custGeom>
              <a:avLst/>
              <a:gdLst/>
              <a:ahLst/>
              <a:cxnLst/>
              <a:rect r="r" b="b" t="t" l="l"/>
              <a:pathLst>
                <a:path h="871728" w="5347589">
                  <a:moveTo>
                    <a:pt x="0" y="0"/>
                  </a:moveTo>
                  <a:lnTo>
                    <a:pt x="5347589" y="0"/>
                  </a:lnTo>
                  <a:lnTo>
                    <a:pt x="5347589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1843" y="851030"/>
            <a:ext cx="6289672" cy="237744"/>
            <a:chOff x="0" y="0"/>
            <a:chExt cx="8386229" cy="3169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386191" cy="316992"/>
            </a:xfrm>
            <a:custGeom>
              <a:avLst/>
              <a:gdLst/>
              <a:ahLst/>
              <a:cxnLst/>
              <a:rect r="r" b="b" t="t" l="l"/>
              <a:pathLst>
                <a:path h="316992" w="8386191">
                  <a:moveTo>
                    <a:pt x="0" y="0"/>
                  </a:moveTo>
                  <a:lnTo>
                    <a:pt x="8386191" y="0"/>
                  </a:lnTo>
                  <a:lnTo>
                    <a:pt x="8386191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14798" y="851030"/>
            <a:ext cx="2067944" cy="237744"/>
            <a:chOff x="0" y="0"/>
            <a:chExt cx="2757259" cy="31699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57297" cy="316992"/>
            </a:xfrm>
            <a:custGeom>
              <a:avLst/>
              <a:gdLst/>
              <a:ahLst/>
              <a:cxnLst/>
              <a:rect r="r" b="b" t="t" l="l"/>
              <a:pathLst>
                <a:path h="316992" w="2757297">
                  <a:moveTo>
                    <a:pt x="0" y="0"/>
                  </a:moveTo>
                  <a:lnTo>
                    <a:pt x="2757297" y="0"/>
                  </a:lnTo>
                  <a:lnTo>
                    <a:pt x="2757297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30073" y="1208789"/>
            <a:ext cx="1703708" cy="170688"/>
            <a:chOff x="0" y="0"/>
            <a:chExt cx="2271611" cy="22758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71649" cy="227584"/>
            </a:xfrm>
            <a:custGeom>
              <a:avLst/>
              <a:gdLst/>
              <a:ahLst/>
              <a:cxnLst/>
              <a:rect r="r" b="b" t="t" l="l"/>
              <a:pathLst>
                <a:path h="227584" w="2271649">
                  <a:moveTo>
                    <a:pt x="0" y="0"/>
                  </a:moveTo>
                  <a:lnTo>
                    <a:pt x="2271649" y="0"/>
                  </a:lnTo>
                  <a:lnTo>
                    <a:pt x="2271649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430111" y="1369952"/>
            <a:ext cx="1635252" cy="10668"/>
          </a:xfrm>
          <a:custGeom>
            <a:avLst/>
            <a:gdLst/>
            <a:ahLst/>
            <a:cxnLst/>
            <a:rect r="r" b="b" t="t" l="l"/>
            <a:pathLst>
              <a:path h="10668" w="1635252">
                <a:moveTo>
                  <a:pt x="0" y="0"/>
                </a:moveTo>
                <a:lnTo>
                  <a:pt x="1635252" y="0"/>
                </a:lnTo>
                <a:lnTo>
                  <a:pt x="1635252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30111" y="2147192"/>
            <a:ext cx="1955292" cy="10668"/>
          </a:xfrm>
          <a:custGeom>
            <a:avLst/>
            <a:gdLst/>
            <a:ahLst/>
            <a:cxnLst/>
            <a:rect r="r" b="b" t="t" l="l"/>
            <a:pathLst>
              <a:path h="10668" w="1955292">
                <a:moveTo>
                  <a:pt x="0" y="0"/>
                </a:moveTo>
                <a:lnTo>
                  <a:pt x="1955292" y="0"/>
                </a:lnTo>
                <a:lnTo>
                  <a:pt x="1955292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30111" y="2924432"/>
            <a:ext cx="2866682" cy="10668"/>
          </a:xfrm>
          <a:custGeom>
            <a:avLst/>
            <a:gdLst/>
            <a:ahLst/>
            <a:cxnLst/>
            <a:rect r="r" b="b" t="t" l="l"/>
            <a:pathLst>
              <a:path h="10668" w="2866682">
                <a:moveTo>
                  <a:pt x="0" y="0"/>
                </a:moveTo>
                <a:lnTo>
                  <a:pt x="2866682" y="0"/>
                </a:lnTo>
                <a:lnTo>
                  <a:pt x="2866682" y="10668"/>
                </a:lnTo>
                <a:lnTo>
                  <a:pt x="0" y="10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065658" y="1208789"/>
            <a:ext cx="107442" cy="170688"/>
            <a:chOff x="0" y="0"/>
            <a:chExt cx="143256" cy="2275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256" cy="227584"/>
            </a:xfrm>
            <a:custGeom>
              <a:avLst/>
              <a:gdLst/>
              <a:ahLst/>
              <a:cxnLst/>
              <a:rect r="r" b="b" t="t" l="l"/>
              <a:pathLst>
                <a:path h="227584" w="143256">
                  <a:moveTo>
                    <a:pt x="0" y="0"/>
                  </a:moveTo>
                  <a:lnTo>
                    <a:pt x="143256" y="0"/>
                  </a:lnTo>
                  <a:lnTo>
                    <a:pt x="143256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137286" y="1208789"/>
            <a:ext cx="6521958" cy="170688"/>
            <a:chOff x="0" y="0"/>
            <a:chExt cx="8695944" cy="22758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95944" cy="227584"/>
            </a:xfrm>
            <a:custGeom>
              <a:avLst/>
              <a:gdLst/>
              <a:ahLst/>
              <a:cxnLst/>
              <a:rect r="r" b="b" t="t" l="l"/>
              <a:pathLst>
                <a:path h="227584" w="8695944">
                  <a:moveTo>
                    <a:pt x="0" y="0"/>
                  </a:moveTo>
                  <a:lnTo>
                    <a:pt x="8695944" y="0"/>
                  </a:lnTo>
                  <a:lnTo>
                    <a:pt x="8695944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0073" y="1384049"/>
            <a:ext cx="7468619" cy="170688"/>
            <a:chOff x="0" y="0"/>
            <a:chExt cx="9958159" cy="2275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958197" cy="227584"/>
            </a:xfrm>
            <a:custGeom>
              <a:avLst/>
              <a:gdLst/>
              <a:ahLst/>
              <a:cxnLst/>
              <a:rect r="r" b="b" t="t" l="l"/>
              <a:pathLst>
                <a:path h="227584" w="9958197">
                  <a:moveTo>
                    <a:pt x="0" y="0"/>
                  </a:moveTo>
                  <a:lnTo>
                    <a:pt x="9958197" y="0"/>
                  </a:lnTo>
                  <a:lnTo>
                    <a:pt x="9958197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839456" y="1384049"/>
            <a:ext cx="294637" cy="170688"/>
            <a:chOff x="0" y="0"/>
            <a:chExt cx="392849" cy="2275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2811" cy="227584"/>
            </a:xfrm>
            <a:custGeom>
              <a:avLst/>
              <a:gdLst/>
              <a:ahLst/>
              <a:cxnLst/>
              <a:rect r="r" b="b" t="t" l="l"/>
              <a:pathLst>
                <a:path h="227584" w="392811">
                  <a:moveTo>
                    <a:pt x="0" y="0"/>
                  </a:moveTo>
                  <a:lnTo>
                    <a:pt x="392811" y="0"/>
                  </a:lnTo>
                  <a:lnTo>
                    <a:pt x="39281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-9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060436" y="1384049"/>
            <a:ext cx="647090" cy="170688"/>
            <a:chOff x="0" y="0"/>
            <a:chExt cx="862787" cy="22758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2838" cy="227584"/>
            </a:xfrm>
            <a:custGeom>
              <a:avLst/>
              <a:gdLst/>
              <a:ahLst/>
              <a:cxnLst/>
              <a:rect r="r" b="b" t="t" l="l"/>
              <a:pathLst>
                <a:path h="227584" w="862838">
                  <a:moveTo>
                    <a:pt x="0" y="0"/>
                  </a:moveTo>
                  <a:lnTo>
                    <a:pt x="862838" y="0"/>
                  </a:lnTo>
                  <a:lnTo>
                    <a:pt x="862838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5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430073" y="1559309"/>
            <a:ext cx="7204453" cy="170688"/>
            <a:chOff x="0" y="0"/>
            <a:chExt cx="9605937" cy="22758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605899" cy="227584"/>
            </a:xfrm>
            <a:custGeom>
              <a:avLst/>
              <a:gdLst/>
              <a:ahLst/>
              <a:cxnLst/>
              <a:rect r="r" b="b" t="t" l="l"/>
              <a:pathLst>
                <a:path h="227584" w="9605899">
                  <a:moveTo>
                    <a:pt x="0" y="0"/>
                  </a:moveTo>
                  <a:lnTo>
                    <a:pt x="9605899" y="0"/>
                  </a:lnTo>
                  <a:lnTo>
                    <a:pt x="9605899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609332" y="1559309"/>
            <a:ext cx="148590" cy="170688"/>
            <a:chOff x="0" y="0"/>
            <a:chExt cx="198120" cy="2275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8120" cy="227584"/>
            </a:xfrm>
            <a:custGeom>
              <a:avLst/>
              <a:gdLst/>
              <a:ahLst/>
              <a:cxnLst/>
              <a:rect r="r" b="b" t="t" l="l"/>
              <a:pathLst>
                <a:path h="227584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708392" y="1559309"/>
            <a:ext cx="956891" cy="170688"/>
            <a:chOff x="0" y="0"/>
            <a:chExt cx="1275855" cy="2275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75842" cy="227584"/>
            </a:xfrm>
            <a:custGeom>
              <a:avLst/>
              <a:gdLst/>
              <a:ahLst/>
              <a:cxnLst/>
              <a:rect r="r" b="b" t="t" l="l"/>
              <a:pathLst>
                <a:path h="227584" w="1275842">
                  <a:moveTo>
                    <a:pt x="0" y="0"/>
                  </a:moveTo>
                  <a:lnTo>
                    <a:pt x="1275842" y="0"/>
                  </a:lnTo>
                  <a:lnTo>
                    <a:pt x="1275842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430073" y="1734645"/>
            <a:ext cx="7354948" cy="170993"/>
            <a:chOff x="0" y="0"/>
            <a:chExt cx="9806597" cy="22799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806559" cy="227965"/>
            </a:xfrm>
            <a:custGeom>
              <a:avLst/>
              <a:gdLst/>
              <a:ahLst/>
              <a:cxnLst/>
              <a:rect r="r" b="b" t="t" l="l"/>
              <a:pathLst>
                <a:path h="227965" w="9806559">
                  <a:moveTo>
                    <a:pt x="0" y="0"/>
                  </a:moveTo>
                  <a:lnTo>
                    <a:pt x="9806559" y="0"/>
                  </a:lnTo>
                  <a:lnTo>
                    <a:pt x="9806559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726680" y="1734645"/>
            <a:ext cx="191005" cy="170993"/>
            <a:chOff x="0" y="0"/>
            <a:chExt cx="254673" cy="2279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4635" cy="227965"/>
            </a:xfrm>
            <a:custGeom>
              <a:avLst/>
              <a:gdLst/>
              <a:ahLst/>
              <a:cxnLst/>
              <a:rect r="r" b="b" t="t" l="l"/>
              <a:pathLst>
                <a:path h="227965" w="254635">
                  <a:moveTo>
                    <a:pt x="0" y="0"/>
                  </a:moveTo>
                  <a:lnTo>
                    <a:pt x="254635" y="0"/>
                  </a:lnTo>
                  <a:lnTo>
                    <a:pt x="254635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-14" b="-1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7869936" y="1734645"/>
            <a:ext cx="237744" cy="170993"/>
            <a:chOff x="0" y="0"/>
            <a:chExt cx="316992" cy="2279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16992" cy="227965"/>
            </a:xfrm>
            <a:custGeom>
              <a:avLst/>
              <a:gdLst/>
              <a:ahLst/>
              <a:cxnLst/>
              <a:rect r="r" b="b" t="t" l="l"/>
              <a:pathLst>
                <a:path h="227965" w="316992">
                  <a:moveTo>
                    <a:pt x="0" y="0"/>
                  </a:moveTo>
                  <a:lnTo>
                    <a:pt x="316992" y="0"/>
                  </a:lnTo>
                  <a:lnTo>
                    <a:pt x="316992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-1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30073" y="1986410"/>
            <a:ext cx="629107" cy="170688"/>
            <a:chOff x="0" y="0"/>
            <a:chExt cx="838810" cy="2275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38835" cy="227584"/>
            </a:xfrm>
            <a:custGeom>
              <a:avLst/>
              <a:gdLst/>
              <a:ahLst/>
              <a:cxnLst/>
              <a:rect r="r" b="b" t="t" l="l"/>
              <a:pathLst>
                <a:path h="227584" w="838835">
                  <a:moveTo>
                    <a:pt x="0" y="0"/>
                  </a:moveTo>
                  <a:lnTo>
                    <a:pt x="838835" y="0"/>
                  </a:lnTo>
                  <a:lnTo>
                    <a:pt x="838835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3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80542" y="1986410"/>
            <a:ext cx="121920" cy="170688"/>
            <a:chOff x="0" y="0"/>
            <a:chExt cx="162560" cy="22758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62560" cy="227584"/>
            </a:xfrm>
            <a:custGeom>
              <a:avLst/>
              <a:gdLst/>
              <a:ahLst/>
              <a:cxnLst/>
              <a:rect r="r" b="b" t="t" l="l"/>
              <a:pathLst>
                <a:path h="227584" w="162560">
                  <a:moveTo>
                    <a:pt x="0" y="0"/>
                  </a:moveTo>
                  <a:lnTo>
                    <a:pt x="162560" y="0"/>
                  </a:lnTo>
                  <a:lnTo>
                    <a:pt x="16256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41502" y="1986410"/>
            <a:ext cx="1418844" cy="170688"/>
            <a:chOff x="0" y="0"/>
            <a:chExt cx="1891792" cy="22758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91792" cy="227584"/>
            </a:xfrm>
            <a:custGeom>
              <a:avLst/>
              <a:gdLst/>
              <a:ahLst/>
              <a:cxnLst/>
              <a:rect r="r" b="b" t="t" l="l"/>
              <a:pathLst>
                <a:path h="227584" w="1891792">
                  <a:moveTo>
                    <a:pt x="0" y="0"/>
                  </a:moveTo>
                  <a:lnTo>
                    <a:pt x="1891792" y="0"/>
                  </a:lnTo>
                  <a:lnTo>
                    <a:pt x="1891792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2385698" y="1986410"/>
            <a:ext cx="98298" cy="170688"/>
            <a:chOff x="0" y="0"/>
            <a:chExt cx="131064" cy="22758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1064" cy="227584"/>
            </a:xfrm>
            <a:custGeom>
              <a:avLst/>
              <a:gdLst/>
              <a:ahLst/>
              <a:cxnLst/>
              <a:rect r="r" b="b" t="t" l="l"/>
              <a:pathLst>
                <a:path h="227584" w="131064">
                  <a:moveTo>
                    <a:pt x="0" y="0"/>
                  </a:moveTo>
                  <a:lnTo>
                    <a:pt x="131064" y="0"/>
                  </a:lnTo>
                  <a:lnTo>
                    <a:pt x="131064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451230" y="1986410"/>
            <a:ext cx="4195448" cy="170688"/>
            <a:chOff x="0" y="0"/>
            <a:chExt cx="5593931" cy="227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593969" cy="227584"/>
            </a:xfrm>
            <a:custGeom>
              <a:avLst/>
              <a:gdLst/>
              <a:ahLst/>
              <a:cxnLst/>
              <a:rect r="r" b="b" t="t" l="l"/>
              <a:pathLst>
                <a:path h="227584" w="5593969">
                  <a:moveTo>
                    <a:pt x="0" y="0"/>
                  </a:moveTo>
                  <a:lnTo>
                    <a:pt x="5593969" y="0"/>
                  </a:lnTo>
                  <a:lnTo>
                    <a:pt x="5593969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584947" y="1986410"/>
            <a:ext cx="106680" cy="170688"/>
            <a:chOff x="0" y="0"/>
            <a:chExt cx="142240" cy="22758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2240" cy="227584"/>
            </a:xfrm>
            <a:custGeom>
              <a:avLst/>
              <a:gdLst/>
              <a:ahLst/>
              <a:cxnLst/>
              <a:rect r="r" b="b" t="t" l="l"/>
              <a:pathLst>
                <a:path h="227584" w="142240">
                  <a:moveTo>
                    <a:pt x="0" y="0"/>
                  </a:moveTo>
                  <a:lnTo>
                    <a:pt x="142240" y="0"/>
                  </a:lnTo>
                  <a:lnTo>
                    <a:pt x="14224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638287" y="1986410"/>
            <a:ext cx="1984886" cy="170688"/>
            <a:chOff x="0" y="0"/>
            <a:chExt cx="2646515" cy="22758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46553" cy="227584"/>
            </a:xfrm>
            <a:custGeom>
              <a:avLst/>
              <a:gdLst/>
              <a:ahLst/>
              <a:cxnLst/>
              <a:rect r="r" b="b" t="t" l="l"/>
              <a:pathLst>
                <a:path h="227584" w="2646553">
                  <a:moveTo>
                    <a:pt x="0" y="0"/>
                  </a:moveTo>
                  <a:lnTo>
                    <a:pt x="2646553" y="0"/>
                  </a:lnTo>
                  <a:lnTo>
                    <a:pt x="2646553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0" t="0" r="1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430073" y="2161670"/>
            <a:ext cx="3128648" cy="170688"/>
            <a:chOff x="0" y="0"/>
            <a:chExt cx="4171531" cy="22758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171569" cy="227584"/>
            </a:xfrm>
            <a:custGeom>
              <a:avLst/>
              <a:gdLst/>
              <a:ahLst/>
              <a:cxnLst/>
              <a:rect r="r" b="b" t="t" l="l"/>
              <a:pathLst>
                <a:path h="227584" w="4171569">
                  <a:moveTo>
                    <a:pt x="0" y="0"/>
                  </a:moveTo>
                  <a:lnTo>
                    <a:pt x="4171569" y="0"/>
                  </a:lnTo>
                  <a:lnTo>
                    <a:pt x="4171569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0" r="0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3527422" y="2161670"/>
            <a:ext cx="4634360" cy="170688"/>
            <a:chOff x="0" y="0"/>
            <a:chExt cx="6179147" cy="22758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179185" cy="227584"/>
            </a:xfrm>
            <a:custGeom>
              <a:avLst/>
              <a:gdLst/>
              <a:ahLst/>
              <a:cxnLst/>
              <a:rect r="r" b="b" t="t" l="l"/>
              <a:pathLst>
                <a:path h="227584" w="6179185">
                  <a:moveTo>
                    <a:pt x="0" y="0"/>
                  </a:moveTo>
                  <a:lnTo>
                    <a:pt x="6179185" y="0"/>
                  </a:lnTo>
                  <a:lnTo>
                    <a:pt x="6179185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101584" y="2161670"/>
            <a:ext cx="280035" cy="170688"/>
            <a:chOff x="0" y="0"/>
            <a:chExt cx="373380" cy="22758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73380" cy="227584"/>
            </a:xfrm>
            <a:custGeom>
              <a:avLst/>
              <a:gdLst/>
              <a:ahLst/>
              <a:cxnLst/>
              <a:rect r="r" b="b" t="t" l="l"/>
              <a:pathLst>
                <a:path h="227584" w="373380">
                  <a:moveTo>
                    <a:pt x="0" y="0"/>
                  </a:moveTo>
                  <a:lnTo>
                    <a:pt x="373380" y="0"/>
                  </a:lnTo>
                  <a:lnTo>
                    <a:pt x="37338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1"/>
              <a:stretch>
                <a:fillRect l="0" t="0" r="0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430073" y="2336930"/>
            <a:ext cx="7209025" cy="170688"/>
            <a:chOff x="0" y="0"/>
            <a:chExt cx="9612033" cy="22758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611995" cy="227584"/>
            </a:xfrm>
            <a:custGeom>
              <a:avLst/>
              <a:gdLst/>
              <a:ahLst/>
              <a:cxnLst/>
              <a:rect r="r" b="b" t="t" l="l"/>
              <a:pathLst>
                <a:path h="227584" w="9611995">
                  <a:moveTo>
                    <a:pt x="0" y="0"/>
                  </a:moveTo>
                  <a:lnTo>
                    <a:pt x="9611995" y="0"/>
                  </a:lnTo>
                  <a:lnTo>
                    <a:pt x="9611995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2"/>
              <a:stretch>
                <a:fillRect l="0" t="0" r="0" b="0"/>
              </a:stretch>
            </a:blip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7581900" y="2336930"/>
            <a:ext cx="210312" cy="170688"/>
            <a:chOff x="0" y="0"/>
            <a:chExt cx="280416" cy="2275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80416" cy="227584"/>
            </a:xfrm>
            <a:custGeom>
              <a:avLst/>
              <a:gdLst/>
              <a:ahLst/>
              <a:cxnLst/>
              <a:rect r="r" b="b" t="t" l="l"/>
              <a:pathLst>
                <a:path h="227584" w="280416">
                  <a:moveTo>
                    <a:pt x="0" y="0"/>
                  </a:moveTo>
                  <a:lnTo>
                    <a:pt x="280416" y="0"/>
                  </a:lnTo>
                  <a:lnTo>
                    <a:pt x="280416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3"/>
              <a:stretch>
                <a:fillRect l="0" t="0" r="0" b="0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7722108" y="2336930"/>
            <a:ext cx="106680" cy="170688"/>
            <a:chOff x="0" y="0"/>
            <a:chExt cx="142240" cy="2275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42240" cy="227584"/>
            </a:xfrm>
            <a:custGeom>
              <a:avLst/>
              <a:gdLst/>
              <a:ahLst/>
              <a:cxnLst/>
              <a:rect r="r" b="b" t="t" l="l"/>
              <a:pathLst>
                <a:path h="227584" w="142240">
                  <a:moveTo>
                    <a:pt x="0" y="0"/>
                  </a:moveTo>
                  <a:lnTo>
                    <a:pt x="142240" y="0"/>
                  </a:lnTo>
                  <a:lnTo>
                    <a:pt x="14224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/>
              <a:stretch>
                <a:fillRect l="0" t="0" r="0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775448" y="2336930"/>
            <a:ext cx="663359" cy="170688"/>
            <a:chOff x="0" y="0"/>
            <a:chExt cx="884479" cy="2275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84428" cy="227584"/>
            </a:xfrm>
            <a:custGeom>
              <a:avLst/>
              <a:gdLst/>
              <a:ahLst/>
              <a:cxnLst/>
              <a:rect r="r" b="b" t="t" l="l"/>
              <a:pathLst>
                <a:path h="227584" w="884428">
                  <a:moveTo>
                    <a:pt x="0" y="0"/>
                  </a:moveTo>
                  <a:lnTo>
                    <a:pt x="884428" y="0"/>
                  </a:lnTo>
                  <a:lnTo>
                    <a:pt x="884428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5"/>
              <a:stretch>
                <a:fillRect l="0" t="0" r="-5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430073" y="2512190"/>
            <a:ext cx="6090542" cy="170688"/>
            <a:chOff x="0" y="0"/>
            <a:chExt cx="8120723" cy="22758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0761" cy="227584"/>
            </a:xfrm>
            <a:custGeom>
              <a:avLst/>
              <a:gdLst/>
              <a:ahLst/>
              <a:cxnLst/>
              <a:rect r="r" b="b" t="t" l="l"/>
              <a:pathLst>
                <a:path h="227584" w="8120761">
                  <a:moveTo>
                    <a:pt x="0" y="0"/>
                  </a:moveTo>
                  <a:lnTo>
                    <a:pt x="8120761" y="0"/>
                  </a:lnTo>
                  <a:lnTo>
                    <a:pt x="812076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/>
              <a:stretch>
                <a:fillRect l="0" t="0" r="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430073" y="2763593"/>
            <a:ext cx="2937129" cy="170993"/>
            <a:chOff x="0" y="0"/>
            <a:chExt cx="3916172" cy="22799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16172" cy="227965"/>
            </a:xfrm>
            <a:custGeom>
              <a:avLst/>
              <a:gdLst/>
              <a:ahLst/>
              <a:cxnLst/>
              <a:rect r="r" b="b" t="t" l="l"/>
              <a:pathLst>
                <a:path h="227965" w="3916172">
                  <a:moveTo>
                    <a:pt x="0" y="0"/>
                  </a:moveTo>
                  <a:lnTo>
                    <a:pt x="3916172" y="0"/>
                  </a:lnTo>
                  <a:lnTo>
                    <a:pt x="3916172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7"/>
              <a:stretch>
                <a:fillRect l="0" t="0" r="0" b="-11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3297298" y="2763593"/>
            <a:ext cx="100584" cy="170993"/>
            <a:chOff x="0" y="0"/>
            <a:chExt cx="134112" cy="22799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4112" cy="227965"/>
            </a:xfrm>
            <a:custGeom>
              <a:avLst/>
              <a:gdLst/>
              <a:ahLst/>
              <a:cxnLst/>
              <a:rect r="r" b="b" t="t" l="l"/>
              <a:pathLst>
                <a:path h="227965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/>
              <a:stretch>
                <a:fillRect l="0" t="0" r="0" b="-11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3364354" y="2763593"/>
            <a:ext cx="5211823" cy="170993"/>
            <a:chOff x="0" y="0"/>
            <a:chExt cx="6949097" cy="22799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9059" cy="227965"/>
            </a:xfrm>
            <a:custGeom>
              <a:avLst/>
              <a:gdLst/>
              <a:ahLst/>
              <a:cxnLst/>
              <a:rect r="r" b="b" t="t" l="l"/>
              <a:pathLst>
                <a:path h="227965" w="6949059">
                  <a:moveTo>
                    <a:pt x="0" y="0"/>
                  </a:moveTo>
                  <a:lnTo>
                    <a:pt x="6949059" y="0"/>
                  </a:lnTo>
                  <a:lnTo>
                    <a:pt x="6949059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9"/>
              <a:stretch>
                <a:fillRect l="0" t="0" r="0" b="-11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430073" y="2938605"/>
            <a:ext cx="7242810" cy="170993"/>
            <a:chOff x="0" y="0"/>
            <a:chExt cx="9657080" cy="22799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657080" cy="227965"/>
            </a:xfrm>
            <a:custGeom>
              <a:avLst/>
              <a:gdLst/>
              <a:ahLst/>
              <a:cxnLst/>
              <a:rect r="r" b="b" t="t" l="l"/>
              <a:pathLst>
                <a:path h="227965" w="9657080">
                  <a:moveTo>
                    <a:pt x="0" y="0"/>
                  </a:moveTo>
                  <a:lnTo>
                    <a:pt x="9657080" y="0"/>
                  </a:lnTo>
                  <a:lnTo>
                    <a:pt x="9657080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0"/>
              <a:stretch>
                <a:fillRect l="0" t="0" r="0" b="-1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615428" y="2938605"/>
            <a:ext cx="174755" cy="170993"/>
            <a:chOff x="0" y="0"/>
            <a:chExt cx="233007" cy="22799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33045" cy="227965"/>
            </a:xfrm>
            <a:custGeom>
              <a:avLst/>
              <a:gdLst/>
              <a:ahLst/>
              <a:cxnLst/>
              <a:rect r="r" b="b" t="t" l="l"/>
              <a:pathLst>
                <a:path h="227965" w="233045">
                  <a:moveTo>
                    <a:pt x="0" y="0"/>
                  </a:moveTo>
                  <a:lnTo>
                    <a:pt x="233045" y="0"/>
                  </a:lnTo>
                  <a:lnTo>
                    <a:pt x="233045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1"/>
              <a:stretch>
                <a:fillRect l="0" t="0" r="16" b="-11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7746492" y="2938605"/>
            <a:ext cx="620268" cy="170993"/>
            <a:chOff x="0" y="0"/>
            <a:chExt cx="827024" cy="22799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827024" cy="227965"/>
            </a:xfrm>
            <a:custGeom>
              <a:avLst/>
              <a:gdLst/>
              <a:ahLst/>
              <a:cxnLst/>
              <a:rect r="r" b="b" t="t" l="l"/>
              <a:pathLst>
                <a:path h="227965" w="827024">
                  <a:moveTo>
                    <a:pt x="0" y="0"/>
                  </a:moveTo>
                  <a:lnTo>
                    <a:pt x="827024" y="0"/>
                  </a:lnTo>
                  <a:lnTo>
                    <a:pt x="827024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2"/>
              <a:stretch>
                <a:fillRect l="0" t="0" r="0" b="-11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430073" y="3114418"/>
            <a:ext cx="7408802" cy="170688"/>
            <a:chOff x="0" y="0"/>
            <a:chExt cx="9878403" cy="22758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9878441" cy="227584"/>
            </a:xfrm>
            <a:custGeom>
              <a:avLst/>
              <a:gdLst/>
              <a:ahLst/>
              <a:cxnLst/>
              <a:rect r="r" b="b" t="t" l="l"/>
              <a:pathLst>
                <a:path h="227584" w="9878441">
                  <a:moveTo>
                    <a:pt x="0" y="0"/>
                  </a:moveTo>
                  <a:lnTo>
                    <a:pt x="9878441" y="0"/>
                  </a:lnTo>
                  <a:lnTo>
                    <a:pt x="987844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3"/>
              <a:stretch>
                <a:fillRect l="0" t="0" r="0" b="0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780020" y="3114418"/>
            <a:ext cx="217427" cy="170688"/>
            <a:chOff x="0" y="0"/>
            <a:chExt cx="289903" cy="22758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89941" cy="227584"/>
            </a:xfrm>
            <a:custGeom>
              <a:avLst/>
              <a:gdLst/>
              <a:ahLst/>
              <a:cxnLst/>
              <a:rect r="r" b="b" t="t" l="l"/>
              <a:pathLst>
                <a:path h="227584" w="289941">
                  <a:moveTo>
                    <a:pt x="0" y="0"/>
                  </a:moveTo>
                  <a:lnTo>
                    <a:pt x="289941" y="0"/>
                  </a:lnTo>
                  <a:lnTo>
                    <a:pt x="28994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4"/>
              <a:stretch>
                <a:fillRect l="0" t="0" r="13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7943088" y="3114418"/>
            <a:ext cx="669998" cy="170688"/>
            <a:chOff x="0" y="0"/>
            <a:chExt cx="893331" cy="227584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893318" cy="227584"/>
            </a:xfrm>
            <a:custGeom>
              <a:avLst/>
              <a:gdLst/>
              <a:ahLst/>
              <a:cxnLst/>
              <a:rect r="r" b="b" t="t" l="l"/>
              <a:pathLst>
                <a:path h="227584" w="893318">
                  <a:moveTo>
                    <a:pt x="0" y="0"/>
                  </a:moveTo>
                  <a:lnTo>
                    <a:pt x="893318" y="0"/>
                  </a:lnTo>
                  <a:lnTo>
                    <a:pt x="893318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5"/>
              <a:stretch>
                <a:fillRect l="0" t="0" r="-1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430073" y="3289678"/>
            <a:ext cx="7189089" cy="170688"/>
            <a:chOff x="0" y="0"/>
            <a:chExt cx="9585452" cy="2275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585452" cy="227584"/>
            </a:xfrm>
            <a:custGeom>
              <a:avLst/>
              <a:gdLst/>
              <a:ahLst/>
              <a:cxnLst/>
              <a:rect r="r" b="b" t="t" l="l"/>
              <a:pathLst>
                <a:path h="227584" w="9585452">
                  <a:moveTo>
                    <a:pt x="0" y="0"/>
                  </a:moveTo>
                  <a:lnTo>
                    <a:pt x="9585452" y="0"/>
                  </a:lnTo>
                  <a:lnTo>
                    <a:pt x="9585452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6"/>
              <a:stretch>
                <a:fillRect l="0" t="0" r="0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7562088" y="3289678"/>
            <a:ext cx="245869" cy="170688"/>
            <a:chOff x="0" y="0"/>
            <a:chExt cx="327825" cy="22758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27787" cy="227584"/>
            </a:xfrm>
            <a:custGeom>
              <a:avLst/>
              <a:gdLst/>
              <a:ahLst/>
              <a:cxnLst/>
              <a:rect r="r" b="b" t="t" l="l"/>
              <a:pathLst>
                <a:path h="227584" w="327787">
                  <a:moveTo>
                    <a:pt x="0" y="0"/>
                  </a:moveTo>
                  <a:lnTo>
                    <a:pt x="327787" y="0"/>
                  </a:lnTo>
                  <a:lnTo>
                    <a:pt x="327787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7"/>
              <a:stretch>
                <a:fillRect l="0" t="0" r="-11" b="0"/>
              </a:stretch>
            </a:blip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7746492" y="3289678"/>
            <a:ext cx="932688" cy="170688"/>
            <a:chOff x="0" y="0"/>
            <a:chExt cx="1243584" cy="2275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243584" cy="227584"/>
            </a:xfrm>
            <a:custGeom>
              <a:avLst/>
              <a:gdLst/>
              <a:ahLst/>
              <a:cxnLst/>
              <a:rect r="r" b="b" t="t" l="l"/>
              <a:pathLst>
                <a:path h="227584" w="1243584">
                  <a:moveTo>
                    <a:pt x="0" y="0"/>
                  </a:moveTo>
                  <a:lnTo>
                    <a:pt x="1243584" y="0"/>
                  </a:lnTo>
                  <a:lnTo>
                    <a:pt x="1243584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8"/>
              <a:stretch>
                <a:fillRect l="0" t="0" r="0" b="0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430073" y="3464938"/>
            <a:ext cx="7063102" cy="170688"/>
            <a:chOff x="0" y="0"/>
            <a:chExt cx="9417469" cy="2275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9417431" cy="227584"/>
            </a:xfrm>
            <a:custGeom>
              <a:avLst/>
              <a:gdLst/>
              <a:ahLst/>
              <a:cxnLst/>
              <a:rect r="r" b="b" t="t" l="l"/>
              <a:pathLst>
                <a:path h="227584" w="9417431">
                  <a:moveTo>
                    <a:pt x="0" y="0"/>
                  </a:moveTo>
                  <a:lnTo>
                    <a:pt x="9417431" y="0"/>
                  </a:lnTo>
                  <a:lnTo>
                    <a:pt x="941743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9"/>
              <a:stretch>
                <a:fillRect l="0" t="0" r="0" b="0"/>
              </a:stretch>
            </a:blip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437120" y="3464938"/>
            <a:ext cx="341376" cy="170688"/>
            <a:chOff x="0" y="0"/>
            <a:chExt cx="455168" cy="227584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55168" cy="227584"/>
            </a:xfrm>
            <a:custGeom>
              <a:avLst/>
              <a:gdLst/>
              <a:ahLst/>
              <a:cxnLst/>
              <a:rect r="r" b="b" t="t" l="l"/>
              <a:pathLst>
                <a:path h="227584" w="455168">
                  <a:moveTo>
                    <a:pt x="0" y="0"/>
                  </a:moveTo>
                  <a:lnTo>
                    <a:pt x="455168" y="0"/>
                  </a:lnTo>
                  <a:lnTo>
                    <a:pt x="455168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0"/>
              <a:stretch>
                <a:fillRect l="0" t="0" r="0" b="0"/>
              </a:stretch>
            </a:blip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7728204" y="3464938"/>
            <a:ext cx="300990" cy="170688"/>
            <a:chOff x="0" y="0"/>
            <a:chExt cx="401320" cy="2275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401320" cy="227584"/>
            </a:xfrm>
            <a:custGeom>
              <a:avLst/>
              <a:gdLst/>
              <a:ahLst/>
              <a:cxnLst/>
              <a:rect r="r" b="b" t="t" l="l"/>
              <a:pathLst>
                <a:path h="227584" w="401320">
                  <a:moveTo>
                    <a:pt x="0" y="0"/>
                  </a:moveTo>
                  <a:lnTo>
                    <a:pt x="401320" y="0"/>
                  </a:lnTo>
                  <a:lnTo>
                    <a:pt x="40132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1"/>
              <a:stretch>
                <a:fillRect l="0" t="0" r="0" b="0"/>
              </a:stretch>
            </a:blip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430073" y="3640198"/>
            <a:ext cx="7259698" cy="170688"/>
            <a:chOff x="0" y="0"/>
            <a:chExt cx="9679597" cy="22758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9679559" cy="227584"/>
            </a:xfrm>
            <a:custGeom>
              <a:avLst/>
              <a:gdLst/>
              <a:ahLst/>
              <a:cxnLst/>
              <a:rect r="r" b="b" t="t" l="l"/>
              <a:pathLst>
                <a:path h="227584" w="9679559">
                  <a:moveTo>
                    <a:pt x="0" y="0"/>
                  </a:moveTo>
                  <a:lnTo>
                    <a:pt x="9679559" y="0"/>
                  </a:lnTo>
                  <a:lnTo>
                    <a:pt x="9679559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2"/>
              <a:stretch>
                <a:fillRect l="0" t="0" r="0" b="0"/>
              </a:stretch>
            </a:blip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7632192" y="3640198"/>
            <a:ext cx="199139" cy="170688"/>
            <a:chOff x="0" y="0"/>
            <a:chExt cx="265519" cy="227584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65557" cy="227584"/>
            </a:xfrm>
            <a:custGeom>
              <a:avLst/>
              <a:gdLst/>
              <a:ahLst/>
              <a:cxnLst/>
              <a:rect r="r" b="b" t="t" l="l"/>
              <a:pathLst>
                <a:path h="227584" w="265557">
                  <a:moveTo>
                    <a:pt x="0" y="0"/>
                  </a:moveTo>
                  <a:lnTo>
                    <a:pt x="265557" y="0"/>
                  </a:lnTo>
                  <a:lnTo>
                    <a:pt x="265557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3"/>
              <a:stretch>
                <a:fillRect l="0" t="0" r="14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7781544" y="3640198"/>
            <a:ext cx="973179" cy="170688"/>
            <a:chOff x="0" y="0"/>
            <a:chExt cx="1297572" cy="227584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1297559" cy="227584"/>
            </a:xfrm>
            <a:custGeom>
              <a:avLst/>
              <a:gdLst/>
              <a:ahLst/>
              <a:cxnLst/>
              <a:rect r="r" b="b" t="t" l="l"/>
              <a:pathLst>
                <a:path h="227584" w="1297559">
                  <a:moveTo>
                    <a:pt x="0" y="0"/>
                  </a:moveTo>
                  <a:lnTo>
                    <a:pt x="1297559" y="0"/>
                  </a:lnTo>
                  <a:lnTo>
                    <a:pt x="1297559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4"/>
              <a:stretch>
                <a:fillRect l="0" t="0" r="0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430073" y="3815486"/>
            <a:ext cx="7113775" cy="170688"/>
            <a:chOff x="0" y="0"/>
            <a:chExt cx="9485033" cy="227584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484995" cy="227584"/>
            </a:xfrm>
            <a:custGeom>
              <a:avLst/>
              <a:gdLst/>
              <a:ahLst/>
              <a:cxnLst/>
              <a:rect r="r" b="b" t="t" l="l"/>
              <a:pathLst>
                <a:path h="227584" w="9484995">
                  <a:moveTo>
                    <a:pt x="0" y="0"/>
                  </a:moveTo>
                  <a:lnTo>
                    <a:pt x="9484995" y="0"/>
                  </a:lnTo>
                  <a:lnTo>
                    <a:pt x="9484995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5"/>
              <a:stretch>
                <a:fillRect l="0" t="0" r="0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7487412" y="3815486"/>
            <a:ext cx="296675" cy="170688"/>
            <a:chOff x="0" y="0"/>
            <a:chExt cx="395567" cy="2275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395605" cy="227584"/>
            </a:xfrm>
            <a:custGeom>
              <a:avLst/>
              <a:gdLst/>
              <a:ahLst/>
              <a:cxnLst/>
              <a:rect r="r" b="b" t="t" l="l"/>
              <a:pathLst>
                <a:path h="227584" w="395605">
                  <a:moveTo>
                    <a:pt x="0" y="0"/>
                  </a:moveTo>
                  <a:lnTo>
                    <a:pt x="395605" y="0"/>
                  </a:lnTo>
                  <a:lnTo>
                    <a:pt x="395605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6"/>
              <a:stretch>
                <a:fillRect l="0" t="0" r="9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7709916" y="3815486"/>
            <a:ext cx="770715" cy="170688"/>
            <a:chOff x="0" y="0"/>
            <a:chExt cx="1027621" cy="2275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27557" cy="227584"/>
            </a:xfrm>
            <a:custGeom>
              <a:avLst/>
              <a:gdLst/>
              <a:ahLst/>
              <a:cxnLst/>
              <a:rect r="r" b="b" t="t" l="l"/>
              <a:pathLst>
                <a:path h="227584" w="1027557">
                  <a:moveTo>
                    <a:pt x="0" y="0"/>
                  </a:moveTo>
                  <a:lnTo>
                    <a:pt x="1027557" y="0"/>
                  </a:lnTo>
                  <a:lnTo>
                    <a:pt x="1027557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7"/>
              <a:stretch>
                <a:fillRect l="0" t="0" r="-6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430073" y="3990442"/>
            <a:ext cx="7436358" cy="170993"/>
            <a:chOff x="0" y="0"/>
            <a:chExt cx="9915144" cy="22799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915144" cy="227965"/>
            </a:xfrm>
            <a:custGeom>
              <a:avLst/>
              <a:gdLst/>
              <a:ahLst/>
              <a:cxnLst/>
              <a:rect r="r" b="b" t="t" l="l"/>
              <a:pathLst>
                <a:path h="227965" w="9915144">
                  <a:moveTo>
                    <a:pt x="0" y="0"/>
                  </a:moveTo>
                  <a:lnTo>
                    <a:pt x="9915144" y="0"/>
                  </a:lnTo>
                  <a:lnTo>
                    <a:pt x="9915144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8"/>
              <a:stretch>
                <a:fillRect l="0" t="0" r="0" b="-11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807452" y="3990442"/>
            <a:ext cx="280416" cy="170993"/>
            <a:chOff x="0" y="0"/>
            <a:chExt cx="373888" cy="22799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373888" cy="227965"/>
            </a:xfrm>
            <a:custGeom>
              <a:avLst/>
              <a:gdLst/>
              <a:ahLst/>
              <a:cxnLst/>
              <a:rect r="r" b="b" t="t" l="l"/>
              <a:pathLst>
                <a:path h="227965" w="373888">
                  <a:moveTo>
                    <a:pt x="0" y="0"/>
                  </a:moveTo>
                  <a:lnTo>
                    <a:pt x="373888" y="0"/>
                  </a:lnTo>
                  <a:lnTo>
                    <a:pt x="373888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9"/>
              <a:stretch>
                <a:fillRect l="0" t="0" r="0" b="-11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8017764" y="3990442"/>
            <a:ext cx="629031" cy="170993"/>
            <a:chOff x="0" y="0"/>
            <a:chExt cx="838708" cy="227990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838708" cy="227965"/>
            </a:xfrm>
            <a:custGeom>
              <a:avLst/>
              <a:gdLst/>
              <a:ahLst/>
              <a:cxnLst/>
              <a:rect r="r" b="b" t="t" l="l"/>
              <a:pathLst>
                <a:path h="227965" w="838708">
                  <a:moveTo>
                    <a:pt x="0" y="0"/>
                  </a:moveTo>
                  <a:lnTo>
                    <a:pt x="838708" y="0"/>
                  </a:lnTo>
                  <a:lnTo>
                    <a:pt x="838708" y="227965"/>
                  </a:lnTo>
                  <a:lnTo>
                    <a:pt x="0" y="2279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0"/>
              <a:stretch>
                <a:fillRect l="0" t="0" r="0" b="-11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430073" y="4166311"/>
            <a:ext cx="7516244" cy="170688"/>
            <a:chOff x="0" y="0"/>
            <a:chExt cx="10021659" cy="2275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10021697" cy="227584"/>
            </a:xfrm>
            <a:custGeom>
              <a:avLst/>
              <a:gdLst/>
              <a:ahLst/>
              <a:cxnLst/>
              <a:rect r="r" b="b" t="t" l="l"/>
              <a:pathLst>
                <a:path h="227584" w="10021697">
                  <a:moveTo>
                    <a:pt x="0" y="0"/>
                  </a:moveTo>
                  <a:lnTo>
                    <a:pt x="10021697" y="0"/>
                  </a:lnTo>
                  <a:lnTo>
                    <a:pt x="10021697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1"/>
              <a:stretch>
                <a:fillRect l="0" t="0" r="0" b="0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7886700" y="4166311"/>
            <a:ext cx="160525" cy="170688"/>
            <a:chOff x="0" y="0"/>
            <a:chExt cx="214033" cy="227584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13995" cy="227584"/>
            </a:xfrm>
            <a:custGeom>
              <a:avLst/>
              <a:gdLst/>
              <a:ahLst/>
              <a:cxnLst/>
              <a:rect r="r" b="b" t="t" l="l"/>
              <a:pathLst>
                <a:path h="227584" w="213995">
                  <a:moveTo>
                    <a:pt x="0" y="0"/>
                  </a:moveTo>
                  <a:lnTo>
                    <a:pt x="213995" y="0"/>
                  </a:lnTo>
                  <a:lnTo>
                    <a:pt x="213995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2"/>
              <a:stretch>
                <a:fillRect l="0" t="0" r="-17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8007096" y="4166311"/>
            <a:ext cx="318135" cy="170688"/>
            <a:chOff x="0" y="0"/>
            <a:chExt cx="424180" cy="227584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424180" cy="227584"/>
            </a:xfrm>
            <a:custGeom>
              <a:avLst/>
              <a:gdLst/>
              <a:ahLst/>
              <a:cxnLst/>
              <a:rect r="r" b="b" t="t" l="l"/>
              <a:pathLst>
                <a:path h="227584" w="424180">
                  <a:moveTo>
                    <a:pt x="0" y="0"/>
                  </a:moveTo>
                  <a:lnTo>
                    <a:pt x="424180" y="0"/>
                  </a:lnTo>
                  <a:lnTo>
                    <a:pt x="424180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3"/>
              <a:stretch>
                <a:fillRect l="0" t="0" r="0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30073" y="4341571"/>
            <a:ext cx="7273547" cy="170688"/>
            <a:chOff x="0" y="0"/>
            <a:chExt cx="9698063" cy="227584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9698101" cy="227584"/>
            </a:xfrm>
            <a:custGeom>
              <a:avLst/>
              <a:gdLst/>
              <a:ahLst/>
              <a:cxnLst/>
              <a:rect r="r" b="b" t="t" l="l"/>
              <a:pathLst>
                <a:path h="227584" w="9698101">
                  <a:moveTo>
                    <a:pt x="0" y="0"/>
                  </a:moveTo>
                  <a:lnTo>
                    <a:pt x="9698101" y="0"/>
                  </a:lnTo>
                  <a:lnTo>
                    <a:pt x="969810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4"/>
              <a:stretch>
                <a:fillRect l="0" t="0" r="0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7645908" y="4341571"/>
            <a:ext cx="278387" cy="170688"/>
            <a:chOff x="0" y="0"/>
            <a:chExt cx="371183" cy="227584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371221" cy="227584"/>
            </a:xfrm>
            <a:custGeom>
              <a:avLst/>
              <a:gdLst/>
              <a:ahLst/>
              <a:cxnLst/>
              <a:rect r="r" b="b" t="t" l="l"/>
              <a:pathLst>
                <a:path h="227584" w="371221">
                  <a:moveTo>
                    <a:pt x="0" y="0"/>
                  </a:moveTo>
                  <a:lnTo>
                    <a:pt x="371221" y="0"/>
                  </a:lnTo>
                  <a:lnTo>
                    <a:pt x="371221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5"/>
              <a:stretch>
                <a:fillRect l="0" t="0" r="10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7889748" y="4341571"/>
            <a:ext cx="883377" cy="170688"/>
            <a:chOff x="0" y="0"/>
            <a:chExt cx="1177836" cy="2275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1177798" cy="227584"/>
            </a:xfrm>
            <a:custGeom>
              <a:avLst/>
              <a:gdLst/>
              <a:ahLst/>
              <a:cxnLst/>
              <a:rect r="r" b="b" t="t" l="l"/>
              <a:pathLst>
                <a:path h="227584" w="1177798">
                  <a:moveTo>
                    <a:pt x="0" y="0"/>
                  </a:moveTo>
                  <a:lnTo>
                    <a:pt x="1177798" y="0"/>
                  </a:lnTo>
                  <a:lnTo>
                    <a:pt x="1177798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6"/>
              <a:stretch>
                <a:fillRect l="0" t="0" r="-3" b="0"/>
              </a:stretch>
            </a:blip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430073" y="4516831"/>
            <a:ext cx="2244852" cy="170688"/>
            <a:chOff x="0" y="0"/>
            <a:chExt cx="2993136" cy="227584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993136" cy="227584"/>
            </a:xfrm>
            <a:custGeom>
              <a:avLst/>
              <a:gdLst/>
              <a:ahLst/>
              <a:cxnLst/>
              <a:rect r="r" b="b" t="t" l="l"/>
              <a:pathLst>
                <a:path h="227584" w="2993136">
                  <a:moveTo>
                    <a:pt x="0" y="0"/>
                  </a:moveTo>
                  <a:lnTo>
                    <a:pt x="2993136" y="0"/>
                  </a:lnTo>
                  <a:lnTo>
                    <a:pt x="2993136" y="227584"/>
                  </a:lnTo>
                  <a:lnTo>
                    <a:pt x="0" y="2275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7"/>
              <a:stretch>
                <a:fillRect l="0" t="0" r="0" b="0"/>
              </a:stretch>
            </a:blip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421843" y="369389"/>
            <a:ext cx="1740665" cy="475793"/>
            <a:chOff x="0" y="0"/>
            <a:chExt cx="2320887" cy="63439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2320925" cy="634365"/>
            </a:xfrm>
            <a:custGeom>
              <a:avLst/>
              <a:gdLst/>
              <a:ahLst/>
              <a:cxnLst/>
              <a:rect r="r" b="b" t="t" l="l"/>
              <a:pathLst>
                <a:path h="634365" w="2320925">
                  <a:moveTo>
                    <a:pt x="0" y="0"/>
                  </a:moveTo>
                  <a:lnTo>
                    <a:pt x="2320925" y="0"/>
                  </a:lnTo>
                  <a:lnTo>
                    <a:pt x="2320925" y="634365"/>
                  </a:lnTo>
                  <a:lnTo>
                    <a:pt x="0" y="63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8"/>
              <a:stretch>
                <a:fillRect l="0" t="0" r="1" b="-4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144000" cy="3342389"/>
            <a:chOff x="0" y="0"/>
            <a:chExt cx="12192000" cy="4456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192000" cy="4456557"/>
            </a:xfrm>
            <a:custGeom>
              <a:avLst/>
              <a:gdLst/>
              <a:ahLst/>
              <a:cxnLst/>
              <a:rect r="r" b="b" t="t" l="l"/>
              <a:pathLst>
                <a:path h="4456557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456557"/>
                  </a:lnTo>
                  <a:lnTo>
                    <a:pt x="0" y="44565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419988" y="2660904"/>
            <a:ext cx="4529452" cy="2147840"/>
          </a:xfrm>
          <a:custGeom>
            <a:avLst/>
            <a:gdLst/>
            <a:ahLst/>
            <a:cxnLst/>
            <a:rect r="r" b="b" t="t" l="l"/>
            <a:pathLst>
              <a:path h="2147840" w="4529452">
                <a:moveTo>
                  <a:pt x="0" y="0"/>
                </a:moveTo>
                <a:lnTo>
                  <a:pt x="4529452" y="0"/>
                </a:lnTo>
                <a:lnTo>
                  <a:pt x="4529452" y="2147840"/>
                </a:lnTo>
                <a:lnTo>
                  <a:pt x="0" y="214784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3132458" y="2780357"/>
            <a:ext cx="3328035" cy="535229"/>
            <a:chOff x="0" y="0"/>
            <a:chExt cx="4437380" cy="7136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37380" cy="713613"/>
            </a:xfrm>
            <a:custGeom>
              <a:avLst/>
              <a:gdLst/>
              <a:ahLst/>
              <a:cxnLst/>
              <a:rect r="r" b="b" t="t" l="l"/>
              <a:pathLst>
                <a:path h="713613" w="4437380">
                  <a:moveTo>
                    <a:pt x="0" y="0"/>
                  </a:moveTo>
                  <a:lnTo>
                    <a:pt x="4437380" y="0"/>
                  </a:lnTo>
                  <a:lnTo>
                    <a:pt x="4437380" y="713613"/>
                  </a:lnTo>
                  <a:lnTo>
                    <a:pt x="0" y="71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3841747" y="3367783"/>
            <a:ext cx="1798196" cy="237744"/>
            <a:chOff x="0" y="0"/>
            <a:chExt cx="2397595" cy="31699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97633" cy="316992"/>
            </a:xfrm>
            <a:custGeom>
              <a:avLst/>
              <a:gdLst/>
              <a:ahLst/>
              <a:cxnLst/>
              <a:rect r="r" b="b" t="t" l="l"/>
              <a:pathLst>
                <a:path h="316992" w="2397633">
                  <a:moveTo>
                    <a:pt x="0" y="0"/>
                  </a:moveTo>
                  <a:lnTo>
                    <a:pt x="2397633" y="0"/>
                  </a:lnTo>
                  <a:lnTo>
                    <a:pt x="2397633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3831079" y="3733495"/>
            <a:ext cx="1815465" cy="237744"/>
            <a:chOff x="0" y="0"/>
            <a:chExt cx="2420620" cy="31699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20620" cy="316992"/>
            </a:xfrm>
            <a:custGeom>
              <a:avLst/>
              <a:gdLst/>
              <a:ahLst/>
              <a:cxnLst/>
              <a:rect r="r" b="b" t="t" l="l"/>
              <a:pathLst>
                <a:path h="316992" w="2420620">
                  <a:moveTo>
                    <a:pt x="0" y="0"/>
                  </a:moveTo>
                  <a:lnTo>
                    <a:pt x="2420620" y="0"/>
                  </a:lnTo>
                  <a:lnTo>
                    <a:pt x="2420620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221223" y="4098950"/>
            <a:ext cx="1077925" cy="238049"/>
            <a:chOff x="0" y="0"/>
            <a:chExt cx="1437234" cy="3173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7259" cy="317373"/>
            </a:xfrm>
            <a:custGeom>
              <a:avLst/>
              <a:gdLst/>
              <a:ahLst/>
              <a:cxnLst/>
              <a:rect r="r" b="b" t="t" l="l"/>
              <a:pathLst>
                <a:path h="317373" w="1437259">
                  <a:moveTo>
                    <a:pt x="0" y="0"/>
                  </a:moveTo>
                  <a:lnTo>
                    <a:pt x="1437259" y="0"/>
                  </a:lnTo>
                  <a:lnTo>
                    <a:pt x="1437259" y="317373"/>
                  </a:lnTo>
                  <a:lnTo>
                    <a:pt x="0" y="3173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" b="-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571999" y="4465320"/>
            <a:ext cx="2332863" cy="237744"/>
            <a:chOff x="0" y="0"/>
            <a:chExt cx="3110484" cy="3169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10484" cy="316992"/>
            </a:xfrm>
            <a:custGeom>
              <a:avLst/>
              <a:gdLst/>
              <a:ahLst/>
              <a:cxnLst/>
              <a:rect r="r" b="b" t="t" l="l"/>
              <a:pathLst>
                <a:path h="316992" w="3110484">
                  <a:moveTo>
                    <a:pt x="0" y="0"/>
                  </a:moveTo>
                  <a:lnTo>
                    <a:pt x="3110484" y="0"/>
                  </a:lnTo>
                  <a:lnTo>
                    <a:pt x="3110484" y="316992"/>
                  </a:lnTo>
                  <a:lnTo>
                    <a:pt x="0" y="316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925943" y="2120998"/>
            <a:ext cx="1077620" cy="1077620"/>
            <a:chOff x="0" y="0"/>
            <a:chExt cx="1436827" cy="14368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36878" cy="1436878"/>
            </a:xfrm>
            <a:custGeom>
              <a:avLst/>
              <a:gdLst/>
              <a:ahLst/>
              <a:cxnLst/>
              <a:rect r="r" b="b" t="t" l="l"/>
              <a:pathLst>
                <a:path h="1436878" w="1436878">
                  <a:moveTo>
                    <a:pt x="0" y="0"/>
                  </a:moveTo>
                  <a:lnTo>
                    <a:pt x="1436878" y="0"/>
                  </a:lnTo>
                  <a:lnTo>
                    <a:pt x="1436878" y="1436878"/>
                  </a:lnTo>
                  <a:lnTo>
                    <a:pt x="0" y="1436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3" b="3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780216" y="3336960"/>
            <a:ext cx="46720" cy="2902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  <a:r>
              <a:rPr lang="en-US" b="true" sz="1596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2168" y="1197864"/>
            <a:ext cx="8234172" cy="1994916"/>
            <a:chOff x="0" y="0"/>
            <a:chExt cx="10978896" cy="26598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8896" cy="2659888"/>
            </a:xfrm>
            <a:custGeom>
              <a:avLst/>
              <a:gdLst/>
              <a:ahLst/>
              <a:cxnLst/>
              <a:rect r="r" b="b" t="t" l="l"/>
              <a:pathLst>
                <a:path h="2659888" w="10978896">
                  <a:moveTo>
                    <a:pt x="0" y="0"/>
                  </a:moveTo>
                  <a:lnTo>
                    <a:pt x="10978896" y="0"/>
                  </a:lnTo>
                  <a:lnTo>
                    <a:pt x="10978896" y="2659888"/>
                  </a:lnTo>
                  <a:lnTo>
                    <a:pt x="0" y="265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3914" y="1509093"/>
            <a:ext cx="7504938" cy="1070153"/>
            <a:chOff x="0" y="0"/>
            <a:chExt cx="10006584" cy="142687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006584" cy="1426845"/>
            </a:xfrm>
            <a:custGeom>
              <a:avLst/>
              <a:gdLst/>
              <a:ahLst/>
              <a:cxnLst/>
              <a:rect r="r" b="b" t="t" l="l"/>
              <a:pathLst>
                <a:path h="1426845" w="10006584">
                  <a:moveTo>
                    <a:pt x="0" y="0"/>
                  </a:moveTo>
                  <a:lnTo>
                    <a:pt x="10006584" y="0"/>
                  </a:lnTo>
                  <a:lnTo>
                    <a:pt x="10006584" y="1426845"/>
                  </a:lnTo>
                  <a:lnTo>
                    <a:pt x="0" y="1426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08660" y="1923298"/>
            <a:ext cx="7775448" cy="1994916"/>
            <a:chOff x="0" y="0"/>
            <a:chExt cx="10367264" cy="265988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7264" cy="2659888"/>
            </a:xfrm>
            <a:custGeom>
              <a:avLst/>
              <a:gdLst/>
              <a:ahLst/>
              <a:cxnLst/>
              <a:rect r="r" b="b" t="t" l="l"/>
              <a:pathLst>
                <a:path h="2659888" w="10367264">
                  <a:moveTo>
                    <a:pt x="0" y="0"/>
                  </a:moveTo>
                  <a:lnTo>
                    <a:pt x="10367264" y="0"/>
                  </a:lnTo>
                  <a:lnTo>
                    <a:pt x="10367264" y="2659888"/>
                  </a:lnTo>
                  <a:lnTo>
                    <a:pt x="0" y="26598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0378" y="2234765"/>
            <a:ext cx="7076437" cy="1070153"/>
            <a:chOff x="0" y="0"/>
            <a:chExt cx="9435249" cy="142687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435211" cy="1426845"/>
            </a:xfrm>
            <a:custGeom>
              <a:avLst/>
              <a:gdLst/>
              <a:ahLst/>
              <a:cxnLst/>
              <a:rect r="r" b="b" t="t" l="l"/>
              <a:pathLst>
                <a:path h="1426845" w="9435211">
                  <a:moveTo>
                    <a:pt x="0" y="0"/>
                  </a:moveTo>
                  <a:lnTo>
                    <a:pt x="9435211" y="0"/>
                  </a:lnTo>
                  <a:lnTo>
                    <a:pt x="9435211" y="1426845"/>
                  </a:lnTo>
                  <a:lnTo>
                    <a:pt x="0" y="14268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91273" y="4906061"/>
            <a:ext cx="100584" cy="118872"/>
            <a:chOff x="0" y="0"/>
            <a:chExt cx="134112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112" cy="158496"/>
            </a:xfrm>
            <a:custGeom>
              <a:avLst/>
              <a:gdLst/>
              <a:ahLst/>
              <a:cxnLst/>
              <a:rect r="r" b="b" t="t" l="l"/>
              <a:pathLst>
                <a:path h="15849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91273" y="4906061"/>
            <a:ext cx="100584" cy="118872"/>
            <a:chOff x="0" y="0"/>
            <a:chExt cx="134112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112" cy="158496"/>
            </a:xfrm>
            <a:custGeom>
              <a:avLst/>
              <a:gdLst/>
              <a:ahLst/>
              <a:cxnLst/>
              <a:rect r="r" b="b" t="t" l="l"/>
              <a:pathLst>
                <a:path h="158496" w="134112">
                  <a:moveTo>
                    <a:pt x="0" y="0"/>
                  </a:moveTo>
                  <a:lnTo>
                    <a:pt x="134112" y="0"/>
                  </a:lnTo>
                  <a:lnTo>
                    <a:pt x="134112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54813" y="1501721"/>
            <a:ext cx="8889187" cy="891845"/>
            <a:chOff x="0" y="0"/>
            <a:chExt cx="11852250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852275" cy="1189101"/>
            </a:xfrm>
            <a:custGeom>
              <a:avLst/>
              <a:gdLst/>
              <a:ahLst/>
              <a:cxnLst/>
              <a:rect r="r" b="b" t="t" l="l"/>
              <a:pathLst>
                <a:path h="1189101" w="11852275">
                  <a:moveTo>
                    <a:pt x="0" y="0"/>
                  </a:moveTo>
                  <a:lnTo>
                    <a:pt x="11852275" y="0"/>
                  </a:lnTo>
                  <a:lnTo>
                    <a:pt x="11852275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04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181482" y="2125418"/>
            <a:ext cx="5122926" cy="891845"/>
            <a:chOff x="0" y="0"/>
            <a:chExt cx="6830568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30568" cy="1189101"/>
            </a:xfrm>
            <a:custGeom>
              <a:avLst/>
              <a:gdLst/>
              <a:ahLst/>
              <a:cxnLst/>
              <a:rect r="r" b="b" t="t" l="l"/>
              <a:pathLst>
                <a:path h="1189101" w="6830568">
                  <a:moveTo>
                    <a:pt x="0" y="0"/>
                  </a:moveTo>
                  <a:lnTo>
                    <a:pt x="6830568" y="0"/>
                  </a:lnTo>
                  <a:lnTo>
                    <a:pt x="683056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858138" y="2747772"/>
            <a:ext cx="3810638" cy="891540"/>
            <a:chOff x="0" y="0"/>
            <a:chExt cx="5080851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889" cy="1188720"/>
            </a:xfrm>
            <a:custGeom>
              <a:avLst/>
              <a:gdLst/>
              <a:ahLst/>
              <a:cxnLst/>
              <a:rect r="r" b="b" t="t" l="l"/>
              <a:pathLst>
                <a:path h="1188720" w="5080889">
                  <a:moveTo>
                    <a:pt x="0" y="0"/>
                  </a:moveTo>
                  <a:lnTo>
                    <a:pt x="5080889" y="0"/>
                  </a:lnTo>
                  <a:lnTo>
                    <a:pt x="5080889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572638" y="2604897"/>
            <a:ext cx="17566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54508" y="138122"/>
            <a:ext cx="3767204" cy="535229"/>
            <a:chOff x="0" y="0"/>
            <a:chExt cx="5022939" cy="713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22977" cy="713613"/>
            </a:xfrm>
            <a:custGeom>
              <a:avLst/>
              <a:gdLst/>
              <a:ahLst/>
              <a:cxnLst/>
              <a:rect r="r" b="b" t="t" l="l"/>
              <a:pathLst>
                <a:path h="713613" w="5022977">
                  <a:moveTo>
                    <a:pt x="0" y="0"/>
                  </a:moveTo>
                  <a:lnTo>
                    <a:pt x="5022977" y="0"/>
                  </a:lnTo>
                  <a:lnTo>
                    <a:pt x="5022977" y="713613"/>
                  </a:lnTo>
                  <a:lnTo>
                    <a:pt x="0" y="71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1784" y="947543"/>
            <a:ext cx="5440432" cy="3796274"/>
            <a:chOff x="0" y="0"/>
            <a:chExt cx="7253910" cy="5061699"/>
          </a:xfrm>
        </p:grpSpPr>
        <p:grpSp>
          <p:nvGrpSpPr>
            <p:cNvPr name="Group 5" id="5"/>
            <p:cNvGrpSpPr/>
            <p:nvPr/>
          </p:nvGrpSpPr>
          <p:grpSpPr>
            <a:xfrm rot="5400000">
              <a:off x="-462788" y="462788"/>
              <a:ext cx="3702139" cy="2776563"/>
              <a:chOff x="0" y="0"/>
              <a:chExt cx="3702139" cy="2776563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3702177" cy="2776601"/>
              </a:xfrm>
              <a:custGeom>
                <a:avLst/>
                <a:gdLst/>
                <a:ahLst/>
                <a:cxnLst/>
                <a:rect r="r" b="b" t="t" l="l"/>
                <a:pathLst>
                  <a:path h="2776601" w="3702177">
                    <a:moveTo>
                      <a:pt x="0" y="0"/>
                    </a:moveTo>
                    <a:lnTo>
                      <a:pt x="3702177" y="0"/>
                    </a:lnTo>
                    <a:lnTo>
                      <a:pt x="3702177" y="2776601"/>
                    </a:lnTo>
                    <a:lnTo>
                      <a:pt x="0" y="27766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 l="0" t="0" r="1" b="1"/>
                </a:stretch>
              </a:blipFill>
            </p:spPr>
          </p:sp>
        </p:grpSp>
        <p:grpSp>
          <p:nvGrpSpPr>
            <p:cNvPr name="Group 7" id="7"/>
            <p:cNvGrpSpPr/>
            <p:nvPr/>
          </p:nvGrpSpPr>
          <p:grpSpPr>
            <a:xfrm rot="5400000">
              <a:off x="4014559" y="462788"/>
              <a:ext cx="3702139" cy="2776563"/>
              <a:chOff x="0" y="0"/>
              <a:chExt cx="3702139" cy="2776563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3702177" cy="2776601"/>
              </a:xfrm>
              <a:custGeom>
                <a:avLst/>
                <a:gdLst/>
                <a:ahLst/>
                <a:cxnLst/>
                <a:rect r="r" b="b" t="t" l="l"/>
                <a:pathLst>
                  <a:path h="2776601" w="3702177">
                    <a:moveTo>
                      <a:pt x="0" y="0"/>
                    </a:moveTo>
                    <a:lnTo>
                      <a:pt x="3702177" y="0"/>
                    </a:lnTo>
                    <a:lnTo>
                      <a:pt x="3702177" y="2776601"/>
                    </a:lnTo>
                    <a:lnTo>
                      <a:pt x="0" y="2776601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 l="0" t="0" r="1" b="1"/>
                </a:stretch>
              </a:blipFill>
            </p:spPr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155956" y="3921087"/>
              <a:ext cx="2464651" cy="1140612"/>
            </a:xfrm>
            <a:custGeom>
              <a:avLst/>
              <a:gdLst/>
              <a:ahLst/>
              <a:cxnLst/>
              <a:rect r="r" b="b" t="t" l="l"/>
              <a:pathLst>
                <a:path h="1140612" w="2464651">
                  <a:moveTo>
                    <a:pt x="0" y="0"/>
                  </a:moveTo>
                  <a:lnTo>
                    <a:pt x="2464651" y="0"/>
                  </a:lnTo>
                  <a:lnTo>
                    <a:pt x="2464651" y="1140612"/>
                  </a:lnTo>
                  <a:lnTo>
                    <a:pt x="0" y="114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10" id="10"/>
            <p:cNvGrpSpPr/>
            <p:nvPr/>
          </p:nvGrpSpPr>
          <p:grpSpPr>
            <a:xfrm rot="0">
              <a:off x="547967" y="4006736"/>
              <a:ext cx="1920913" cy="555142"/>
              <a:chOff x="0" y="0"/>
              <a:chExt cx="1920913" cy="555142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1920875" cy="555117"/>
              </a:xfrm>
              <a:custGeom>
                <a:avLst/>
                <a:gdLst/>
                <a:ahLst/>
                <a:cxnLst/>
                <a:rect r="r" b="b" t="t" l="l"/>
                <a:pathLst>
                  <a:path h="555117" w="1920875">
                    <a:moveTo>
                      <a:pt x="0" y="0"/>
                    </a:moveTo>
                    <a:lnTo>
                      <a:pt x="1920875" y="0"/>
                    </a:lnTo>
                    <a:lnTo>
                      <a:pt x="1920875" y="555117"/>
                    </a:lnTo>
                    <a:lnTo>
                      <a:pt x="0" y="5551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7"/>
                <a:stretch>
                  <a:fillRect l="0" t="0" r="-1" b="-4"/>
                </a:stretch>
              </a:blipFill>
            </p:spPr>
          </p:sp>
        </p:grpSp>
        <p:grpSp>
          <p:nvGrpSpPr>
            <p:cNvPr name="Group 12" id="12"/>
            <p:cNvGrpSpPr/>
            <p:nvPr/>
          </p:nvGrpSpPr>
          <p:grpSpPr>
            <a:xfrm rot="0">
              <a:off x="806031" y="4533836"/>
              <a:ext cx="999744" cy="396240"/>
              <a:chOff x="0" y="0"/>
              <a:chExt cx="999744" cy="39624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999744" cy="396240"/>
              </a:xfrm>
              <a:custGeom>
                <a:avLst/>
                <a:gdLst/>
                <a:ahLst/>
                <a:cxnLst/>
                <a:rect r="r" b="b" t="t" l="l"/>
                <a:pathLst>
                  <a:path h="396240" w="999744">
                    <a:moveTo>
                      <a:pt x="0" y="0"/>
                    </a:moveTo>
                    <a:lnTo>
                      <a:pt x="999744" y="0"/>
                    </a:lnTo>
                    <a:lnTo>
                      <a:pt x="999744" y="396240"/>
                    </a:lnTo>
                    <a:lnTo>
                      <a:pt x="0" y="3962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4" id="14"/>
            <p:cNvGrpSpPr/>
            <p:nvPr/>
          </p:nvGrpSpPr>
          <p:grpSpPr>
            <a:xfrm rot="0">
              <a:off x="1639151" y="4533836"/>
              <a:ext cx="284480" cy="396240"/>
              <a:chOff x="0" y="0"/>
              <a:chExt cx="284480" cy="39624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84480" cy="396240"/>
              </a:xfrm>
              <a:custGeom>
                <a:avLst/>
                <a:gdLst/>
                <a:ahLst/>
                <a:cxnLst/>
                <a:rect r="r" b="b" t="t" l="l"/>
                <a:pathLst>
                  <a:path h="396240" w="284480">
                    <a:moveTo>
                      <a:pt x="0" y="0"/>
                    </a:moveTo>
                    <a:lnTo>
                      <a:pt x="284480" y="0"/>
                    </a:lnTo>
                    <a:lnTo>
                      <a:pt x="284480" y="396240"/>
                    </a:lnTo>
                    <a:lnTo>
                      <a:pt x="0" y="3962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9"/>
                <a:stretch>
                  <a:fillRect l="0" t="0" r="0" b="0"/>
                </a:stretch>
              </a:blipFill>
            </p:spPr>
          </p:sp>
        </p:grpSp>
        <p:grpSp>
          <p:nvGrpSpPr>
            <p:cNvPr name="Group 16" id="16"/>
            <p:cNvGrpSpPr/>
            <p:nvPr/>
          </p:nvGrpSpPr>
          <p:grpSpPr>
            <a:xfrm rot="0">
              <a:off x="1781391" y="4533836"/>
              <a:ext cx="382016" cy="396240"/>
              <a:chOff x="0" y="0"/>
              <a:chExt cx="382016" cy="39624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82016" cy="396240"/>
              </a:xfrm>
              <a:custGeom>
                <a:avLst/>
                <a:gdLst/>
                <a:ahLst/>
                <a:cxnLst/>
                <a:rect r="r" b="b" t="t" l="l"/>
                <a:pathLst>
                  <a:path h="396240" w="382016">
                    <a:moveTo>
                      <a:pt x="0" y="0"/>
                    </a:moveTo>
                    <a:lnTo>
                      <a:pt x="382016" y="0"/>
                    </a:lnTo>
                    <a:lnTo>
                      <a:pt x="382016" y="396240"/>
                    </a:lnTo>
                    <a:lnTo>
                      <a:pt x="0" y="3962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/>
                <a:stretch>
                  <a:fillRect l="0" t="0" r="0" b="0"/>
                </a:stretch>
              </a:blip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1348295" y="4498734"/>
              <a:ext cx="78219" cy="466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5"/>
                </a:lnSpc>
              </a:pPr>
              <a:r>
                <a:rPr lang="en-US" b="true" sz="200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  <p:sp>
          <p:nvSpPr>
            <p:cNvPr name="Freeform 19" id="19"/>
            <p:cNvSpPr/>
            <p:nvPr/>
          </p:nvSpPr>
          <p:spPr>
            <a:xfrm flipH="false" flipV="false" rot="0">
              <a:off x="4633392" y="3921087"/>
              <a:ext cx="2464473" cy="1140612"/>
            </a:xfrm>
            <a:custGeom>
              <a:avLst/>
              <a:gdLst/>
              <a:ahLst/>
              <a:cxnLst/>
              <a:rect r="r" b="b" t="t" l="l"/>
              <a:pathLst>
                <a:path h="1140612" w="2464473">
                  <a:moveTo>
                    <a:pt x="0" y="0"/>
                  </a:moveTo>
                  <a:lnTo>
                    <a:pt x="2464473" y="0"/>
                  </a:lnTo>
                  <a:lnTo>
                    <a:pt x="2464473" y="1140612"/>
                  </a:lnTo>
                  <a:lnTo>
                    <a:pt x="0" y="11406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20" id="20"/>
            <p:cNvGrpSpPr/>
            <p:nvPr/>
          </p:nvGrpSpPr>
          <p:grpSpPr>
            <a:xfrm rot="0">
              <a:off x="5030140" y="4006736"/>
              <a:ext cx="1911261" cy="555142"/>
              <a:chOff x="0" y="0"/>
              <a:chExt cx="1911261" cy="555142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911223" cy="555117"/>
              </a:xfrm>
              <a:custGeom>
                <a:avLst/>
                <a:gdLst/>
                <a:ahLst/>
                <a:cxnLst/>
                <a:rect r="r" b="b" t="t" l="l"/>
                <a:pathLst>
                  <a:path h="555117" w="1911223">
                    <a:moveTo>
                      <a:pt x="0" y="0"/>
                    </a:moveTo>
                    <a:lnTo>
                      <a:pt x="1911223" y="0"/>
                    </a:lnTo>
                    <a:lnTo>
                      <a:pt x="1911223" y="555117"/>
                    </a:lnTo>
                    <a:lnTo>
                      <a:pt x="0" y="55511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 l="0" t="0" r="-1" b="-4"/>
                </a:stretch>
              </a:blipFill>
            </p:spPr>
          </p:sp>
        </p:grpSp>
        <p:grpSp>
          <p:nvGrpSpPr>
            <p:cNvPr name="Group 22" id="22"/>
            <p:cNvGrpSpPr/>
            <p:nvPr/>
          </p:nvGrpSpPr>
          <p:grpSpPr>
            <a:xfrm rot="0">
              <a:off x="5143932" y="4533836"/>
              <a:ext cx="1605280" cy="396240"/>
              <a:chOff x="0" y="0"/>
              <a:chExt cx="1605280" cy="39624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605280" cy="396240"/>
              </a:xfrm>
              <a:custGeom>
                <a:avLst/>
                <a:gdLst/>
                <a:ahLst/>
                <a:cxnLst/>
                <a:rect r="r" b="b" t="t" l="l"/>
                <a:pathLst>
                  <a:path h="396240" w="1605280">
                    <a:moveTo>
                      <a:pt x="0" y="0"/>
                    </a:moveTo>
                    <a:lnTo>
                      <a:pt x="1605280" y="0"/>
                    </a:lnTo>
                    <a:lnTo>
                      <a:pt x="1605280" y="396240"/>
                    </a:lnTo>
                    <a:lnTo>
                      <a:pt x="0" y="39624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l="0" t="0" r="0" b="0"/>
                </a:stretch>
              </a:blipFill>
            </p:spPr>
          </p:sp>
        </p:grpSp>
        <p:sp>
          <p:nvSpPr>
            <p:cNvPr name="TextBox 24" id="24"/>
            <p:cNvSpPr txBox="true"/>
            <p:nvPr/>
          </p:nvSpPr>
          <p:spPr>
            <a:xfrm rot="0">
              <a:off x="5686209" y="4498734"/>
              <a:ext cx="78219" cy="4664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5"/>
                </a:lnSpc>
              </a:pPr>
              <a:r>
                <a:rPr lang="en-US" b="true" sz="2004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87082" y="4906061"/>
            <a:ext cx="118872" cy="118872"/>
            <a:chOff x="0" y="0"/>
            <a:chExt cx="158496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8496" cy="158496"/>
            </a:xfrm>
            <a:custGeom>
              <a:avLst/>
              <a:gdLst/>
              <a:ahLst/>
              <a:cxnLst/>
              <a:rect r="r" b="b" t="t" l="l"/>
              <a:pathLst>
                <a:path h="158496" w="158496">
                  <a:moveTo>
                    <a:pt x="0" y="0"/>
                  </a:moveTo>
                  <a:lnTo>
                    <a:pt x="158496" y="0"/>
                  </a:lnTo>
                  <a:lnTo>
                    <a:pt x="15849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87082" y="4906061"/>
            <a:ext cx="118872" cy="118872"/>
            <a:chOff x="0" y="0"/>
            <a:chExt cx="158496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8496" cy="158496"/>
            </a:xfrm>
            <a:custGeom>
              <a:avLst/>
              <a:gdLst/>
              <a:ahLst/>
              <a:cxnLst/>
              <a:rect r="r" b="b" t="t" l="l"/>
              <a:pathLst>
                <a:path h="158496" w="158496">
                  <a:moveTo>
                    <a:pt x="0" y="0"/>
                  </a:moveTo>
                  <a:lnTo>
                    <a:pt x="158496" y="0"/>
                  </a:lnTo>
                  <a:lnTo>
                    <a:pt x="15849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3597" y="1160650"/>
            <a:ext cx="7281167" cy="891540"/>
            <a:chOff x="0" y="0"/>
            <a:chExt cx="9708223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08261" cy="1188720"/>
            </a:xfrm>
            <a:custGeom>
              <a:avLst/>
              <a:gdLst/>
              <a:ahLst/>
              <a:cxnLst/>
              <a:rect r="r" b="b" t="t" l="l"/>
              <a:pathLst>
                <a:path h="1188720" w="9708261">
                  <a:moveTo>
                    <a:pt x="0" y="0"/>
                  </a:moveTo>
                  <a:lnTo>
                    <a:pt x="9708261" y="0"/>
                  </a:lnTo>
                  <a:lnTo>
                    <a:pt x="9708261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3181" y="1783661"/>
            <a:ext cx="7893434" cy="891845"/>
            <a:chOff x="0" y="0"/>
            <a:chExt cx="10524579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24617" cy="1189101"/>
            </a:xfrm>
            <a:custGeom>
              <a:avLst/>
              <a:gdLst/>
              <a:ahLst/>
              <a:cxnLst/>
              <a:rect r="r" b="b" t="t" l="l"/>
              <a:pathLst>
                <a:path h="1189101" w="10524617">
                  <a:moveTo>
                    <a:pt x="0" y="0"/>
                  </a:moveTo>
                  <a:lnTo>
                    <a:pt x="10524617" y="0"/>
                  </a:lnTo>
                  <a:lnTo>
                    <a:pt x="10524617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54101" y="2406139"/>
            <a:ext cx="8343776" cy="891540"/>
            <a:chOff x="0" y="0"/>
            <a:chExt cx="11125035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125073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125073">
                  <a:moveTo>
                    <a:pt x="0" y="0"/>
                  </a:moveTo>
                  <a:lnTo>
                    <a:pt x="11125073" y="0"/>
                  </a:lnTo>
                  <a:lnTo>
                    <a:pt x="11125073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41681" y="3027578"/>
            <a:ext cx="8802319" cy="891845"/>
            <a:chOff x="0" y="0"/>
            <a:chExt cx="11736426" cy="1189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736451" cy="1189101"/>
            </a:xfrm>
            <a:custGeom>
              <a:avLst/>
              <a:gdLst/>
              <a:ahLst/>
              <a:cxnLst/>
              <a:rect r="r" b="b" t="t" l="l"/>
              <a:pathLst>
                <a:path h="1189101" w="11736451">
                  <a:moveTo>
                    <a:pt x="0" y="0"/>
                  </a:moveTo>
                  <a:lnTo>
                    <a:pt x="11736451" y="0"/>
                  </a:lnTo>
                  <a:lnTo>
                    <a:pt x="11736451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705" b="-2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5689016" y="1640843"/>
            <a:ext cx="175727" cy="111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3"/>
              </a:lnSpc>
            </a:pPr>
            <a:r>
              <a:rPr lang="en-US" b="true" sz="60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78974" y="2884808"/>
            <a:ext cx="175727" cy="1114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3"/>
              </a:lnSpc>
            </a:pPr>
            <a:r>
              <a:rPr lang="en-US" b="true" sz="6002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6240" y="276482"/>
            <a:ext cx="4579239" cy="534924"/>
            <a:chOff x="0" y="0"/>
            <a:chExt cx="6105652" cy="713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5652" cy="713232"/>
            </a:xfrm>
            <a:custGeom>
              <a:avLst/>
              <a:gdLst/>
              <a:ahLst/>
              <a:cxnLst/>
              <a:rect r="r" b="b" t="t" l="l"/>
              <a:pathLst>
                <a:path h="713232" w="6105652">
                  <a:moveTo>
                    <a:pt x="0" y="0"/>
                  </a:moveTo>
                  <a:lnTo>
                    <a:pt x="6105652" y="0"/>
                  </a:lnTo>
                  <a:lnTo>
                    <a:pt x="6105652" y="713232"/>
                  </a:lnTo>
                  <a:lnTo>
                    <a:pt x="0" y="713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49253" y="846191"/>
            <a:ext cx="3879218" cy="3558035"/>
            <a:chOff x="0" y="0"/>
            <a:chExt cx="5172291" cy="47440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72329" cy="4744085"/>
            </a:xfrm>
            <a:custGeom>
              <a:avLst/>
              <a:gdLst/>
              <a:ahLst/>
              <a:cxnLst/>
              <a:rect r="r" b="b" t="t" l="l"/>
              <a:pathLst>
                <a:path h="4744085" w="5172329">
                  <a:moveTo>
                    <a:pt x="0" y="0"/>
                  </a:moveTo>
                  <a:lnTo>
                    <a:pt x="5172329" y="0"/>
                  </a:lnTo>
                  <a:lnTo>
                    <a:pt x="5172329" y="4744085"/>
                  </a:lnTo>
                  <a:lnTo>
                    <a:pt x="0" y="47440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5400000">
            <a:off x="5007426" y="829999"/>
            <a:ext cx="3482330" cy="3666106"/>
            <a:chOff x="0" y="0"/>
            <a:chExt cx="4643107" cy="488814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43120" cy="4888103"/>
            </a:xfrm>
            <a:custGeom>
              <a:avLst/>
              <a:gdLst/>
              <a:ahLst/>
              <a:cxnLst/>
              <a:rect r="r" b="b" t="t" l="l"/>
              <a:pathLst>
                <a:path h="4888103" w="4643120">
                  <a:moveTo>
                    <a:pt x="0" y="0"/>
                  </a:moveTo>
                  <a:lnTo>
                    <a:pt x="4643120" y="0"/>
                  </a:lnTo>
                  <a:lnTo>
                    <a:pt x="4643120" y="4888103"/>
                  </a:lnTo>
                  <a:lnTo>
                    <a:pt x="0" y="48881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9937" y="4906061"/>
            <a:ext cx="137160" cy="118872"/>
            <a:chOff x="0" y="0"/>
            <a:chExt cx="182880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" cy="158496"/>
            </a:xfrm>
            <a:custGeom>
              <a:avLst/>
              <a:gdLst/>
              <a:ahLst/>
              <a:cxnLst/>
              <a:rect r="r" b="b" t="t" l="l"/>
              <a:pathLst>
                <a:path h="158496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9937" y="4906061"/>
            <a:ext cx="137160" cy="118872"/>
            <a:chOff x="0" y="0"/>
            <a:chExt cx="182880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2880" cy="158496"/>
            </a:xfrm>
            <a:custGeom>
              <a:avLst/>
              <a:gdLst/>
              <a:ahLst/>
              <a:cxnLst/>
              <a:rect r="r" b="b" t="t" l="l"/>
              <a:pathLst>
                <a:path h="158496" w="182880">
                  <a:moveTo>
                    <a:pt x="0" y="0"/>
                  </a:moveTo>
                  <a:lnTo>
                    <a:pt x="182880" y="0"/>
                  </a:lnTo>
                  <a:lnTo>
                    <a:pt x="18288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33018" y="1186005"/>
            <a:ext cx="7833741" cy="891845"/>
            <a:chOff x="0" y="0"/>
            <a:chExt cx="10444988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44988" cy="1189101"/>
            </a:xfrm>
            <a:custGeom>
              <a:avLst/>
              <a:gdLst/>
              <a:ahLst/>
              <a:cxnLst/>
              <a:rect r="r" b="b" t="t" l="l"/>
              <a:pathLst>
                <a:path h="1189101" w="10444988">
                  <a:moveTo>
                    <a:pt x="0" y="0"/>
                  </a:moveTo>
                  <a:lnTo>
                    <a:pt x="10444988" y="0"/>
                  </a:lnTo>
                  <a:lnTo>
                    <a:pt x="1044498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71346" y="1809874"/>
            <a:ext cx="7178802" cy="891540"/>
            <a:chOff x="0" y="0"/>
            <a:chExt cx="9571736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571736" cy="1188720"/>
            </a:xfrm>
            <a:custGeom>
              <a:avLst/>
              <a:gdLst/>
              <a:ahLst/>
              <a:cxnLst/>
              <a:rect r="r" b="b" t="t" l="l"/>
              <a:pathLst>
                <a:path h="1188720" w="9571736">
                  <a:moveTo>
                    <a:pt x="0" y="0"/>
                  </a:moveTo>
                  <a:lnTo>
                    <a:pt x="9571736" y="0"/>
                  </a:lnTo>
                  <a:lnTo>
                    <a:pt x="9571736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658998" y="2431361"/>
            <a:ext cx="6168390" cy="891845"/>
            <a:chOff x="0" y="0"/>
            <a:chExt cx="8224520" cy="1189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4520" cy="1189101"/>
            </a:xfrm>
            <a:custGeom>
              <a:avLst/>
              <a:gdLst/>
              <a:ahLst/>
              <a:cxnLst/>
              <a:rect r="r" b="b" t="t" l="l"/>
              <a:pathLst>
                <a:path h="1189101" w="8224520">
                  <a:moveTo>
                    <a:pt x="0" y="0"/>
                  </a:moveTo>
                  <a:lnTo>
                    <a:pt x="8224520" y="0"/>
                  </a:lnTo>
                  <a:lnTo>
                    <a:pt x="8224520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908934" y="3053791"/>
            <a:ext cx="5726173" cy="891845"/>
            <a:chOff x="0" y="0"/>
            <a:chExt cx="7634897" cy="1189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634859" cy="1189101"/>
            </a:xfrm>
            <a:custGeom>
              <a:avLst/>
              <a:gdLst/>
              <a:ahLst/>
              <a:cxnLst/>
              <a:rect r="r" b="b" t="t" l="l"/>
              <a:pathLst>
                <a:path h="1189101" w="7634859">
                  <a:moveTo>
                    <a:pt x="0" y="0"/>
                  </a:moveTo>
                  <a:lnTo>
                    <a:pt x="7634859" y="0"/>
                  </a:lnTo>
                  <a:lnTo>
                    <a:pt x="7634859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8679" y="4173255"/>
            <a:ext cx="3503171" cy="584387"/>
          </a:xfrm>
          <a:custGeom>
            <a:avLst/>
            <a:gdLst/>
            <a:ahLst/>
            <a:cxnLst/>
            <a:rect r="r" b="b" t="t" l="l"/>
            <a:pathLst>
              <a:path h="584387" w="3503171">
                <a:moveTo>
                  <a:pt x="0" y="0"/>
                </a:moveTo>
                <a:lnTo>
                  <a:pt x="3503171" y="0"/>
                </a:lnTo>
                <a:lnTo>
                  <a:pt x="3503171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84199" y="4291584"/>
            <a:ext cx="2888866" cy="356616"/>
            <a:chOff x="0" y="0"/>
            <a:chExt cx="3851821" cy="47548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51783" cy="475488"/>
            </a:xfrm>
            <a:custGeom>
              <a:avLst/>
              <a:gdLst/>
              <a:ahLst/>
              <a:cxnLst/>
              <a:rect r="r" b="b" t="t" l="l"/>
              <a:pathLst>
                <a:path h="475488" w="3851783">
                  <a:moveTo>
                    <a:pt x="0" y="0"/>
                  </a:moveTo>
                  <a:lnTo>
                    <a:pt x="3851783" y="0"/>
                  </a:lnTo>
                  <a:lnTo>
                    <a:pt x="3851783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295513" y="258699"/>
            <a:ext cx="2723655" cy="402212"/>
          </a:xfrm>
          <a:custGeom>
            <a:avLst/>
            <a:gdLst/>
            <a:ahLst/>
            <a:cxnLst/>
            <a:rect r="r" b="b" t="t" l="l"/>
            <a:pathLst>
              <a:path h="402212" w="2723655">
                <a:moveTo>
                  <a:pt x="0" y="0"/>
                </a:moveTo>
                <a:lnTo>
                  <a:pt x="2723655" y="0"/>
                </a:lnTo>
                <a:lnTo>
                  <a:pt x="2723655" y="402212"/>
                </a:lnTo>
                <a:lnTo>
                  <a:pt x="0" y="40221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012179" y="4173255"/>
            <a:ext cx="3503171" cy="584387"/>
          </a:xfrm>
          <a:custGeom>
            <a:avLst/>
            <a:gdLst/>
            <a:ahLst/>
            <a:cxnLst/>
            <a:rect r="r" b="b" t="t" l="l"/>
            <a:pathLst>
              <a:path h="584387" w="3503171">
                <a:moveTo>
                  <a:pt x="0" y="0"/>
                </a:moveTo>
                <a:lnTo>
                  <a:pt x="3503171" y="0"/>
                </a:lnTo>
                <a:lnTo>
                  <a:pt x="3503171" y="584387"/>
                </a:lnTo>
                <a:lnTo>
                  <a:pt x="0" y="5843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5519290" y="4291584"/>
            <a:ext cx="2622423" cy="356616"/>
            <a:chOff x="0" y="0"/>
            <a:chExt cx="3496564" cy="47548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496564" cy="475488"/>
            </a:xfrm>
            <a:custGeom>
              <a:avLst/>
              <a:gdLst/>
              <a:ahLst/>
              <a:cxnLst/>
              <a:rect r="r" b="b" t="t" l="l"/>
              <a:pathLst>
                <a:path h="475488" w="3496564">
                  <a:moveTo>
                    <a:pt x="0" y="0"/>
                  </a:moveTo>
                  <a:lnTo>
                    <a:pt x="3496564" y="0"/>
                  </a:lnTo>
                  <a:lnTo>
                    <a:pt x="3496564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5400000">
            <a:off x="653748" y="1151915"/>
            <a:ext cx="3381556" cy="2536193"/>
            <a:chOff x="0" y="0"/>
            <a:chExt cx="4508741" cy="33815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508754" cy="3381629"/>
            </a:xfrm>
            <a:custGeom>
              <a:avLst/>
              <a:gdLst/>
              <a:ahLst/>
              <a:cxnLst/>
              <a:rect r="r" b="b" t="t" l="l"/>
              <a:pathLst>
                <a:path h="3381629" w="4508754">
                  <a:moveTo>
                    <a:pt x="0" y="0"/>
                  </a:moveTo>
                  <a:lnTo>
                    <a:pt x="4508754" y="0"/>
                  </a:lnTo>
                  <a:lnTo>
                    <a:pt x="4508754" y="3381629"/>
                  </a:lnTo>
                  <a:lnTo>
                    <a:pt x="0" y="33816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1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5459987" y="729158"/>
            <a:ext cx="2536193" cy="3381632"/>
            <a:chOff x="0" y="0"/>
            <a:chExt cx="3381591" cy="45088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381629" cy="4508881"/>
            </a:xfrm>
            <a:custGeom>
              <a:avLst/>
              <a:gdLst/>
              <a:ahLst/>
              <a:cxnLst/>
              <a:rect r="r" b="b" t="t" l="l"/>
              <a:pathLst>
                <a:path h="4508881" w="3381629">
                  <a:moveTo>
                    <a:pt x="0" y="0"/>
                  </a:moveTo>
                  <a:lnTo>
                    <a:pt x="3381629" y="0"/>
                  </a:lnTo>
                  <a:lnTo>
                    <a:pt x="3381629" y="4508881"/>
                  </a:lnTo>
                  <a:lnTo>
                    <a:pt x="0" y="45088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7270" y="4906061"/>
            <a:ext cx="148590" cy="118872"/>
            <a:chOff x="0" y="0"/>
            <a:chExt cx="198120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20" cy="158496"/>
            </a:xfrm>
            <a:custGeom>
              <a:avLst/>
              <a:gdLst/>
              <a:ahLst/>
              <a:cxnLst/>
              <a:rect r="r" b="b" t="t" l="l"/>
              <a:pathLst>
                <a:path h="158496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7270" y="4906061"/>
            <a:ext cx="148590" cy="118872"/>
            <a:chOff x="0" y="0"/>
            <a:chExt cx="198120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20" cy="158496"/>
            </a:xfrm>
            <a:custGeom>
              <a:avLst/>
              <a:gdLst/>
              <a:ahLst/>
              <a:cxnLst/>
              <a:rect r="r" b="b" t="t" l="l"/>
              <a:pathLst>
                <a:path h="158496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598322" y="1501721"/>
            <a:ext cx="8292846" cy="891845"/>
            <a:chOff x="0" y="0"/>
            <a:chExt cx="11057128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57128" cy="1189101"/>
            </a:xfrm>
            <a:custGeom>
              <a:avLst/>
              <a:gdLst/>
              <a:ahLst/>
              <a:cxnLst/>
              <a:rect r="r" b="b" t="t" l="l"/>
              <a:pathLst>
                <a:path h="1189101" w="11057128">
                  <a:moveTo>
                    <a:pt x="0" y="0"/>
                  </a:moveTo>
                  <a:lnTo>
                    <a:pt x="11057128" y="0"/>
                  </a:lnTo>
                  <a:lnTo>
                    <a:pt x="1105712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39826" y="2125418"/>
            <a:ext cx="8625202" cy="891845"/>
            <a:chOff x="0" y="0"/>
            <a:chExt cx="11500269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500231" cy="1189101"/>
            </a:xfrm>
            <a:custGeom>
              <a:avLst/>
              <a:gdLst/>
              <a:ahLst/>
              <a:cxnLst/>
              <a:rect r="r" b="b" t="t" l="l"/>
              <a:pathLst>
                <a:path h="1189101" w="11500231">
                  <a:moveTo>
                    <a:pt x="0" y="0"/>
                  </a:moveTo>
                  <a:lnTo>
                    <a:pt x="11500231" y="0"/>
                  </a:lnTo>
                  <a:lnTo>
                    <a:pt x="11500231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13987" y="2747772"/>
            <a:ext cx="4089397" cy="891540"/>
            <a:chOff x="0" y="0"/>
            <a:chExt cx="5452529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452491" cy="1188720"/>
            </a:xfrm>
            <a:custGeom>
              <a:avLst/>
              <a:gdLst/>
              <a:ahLst/>
              <a:cxnLst/>
              <a:rect r="r" b="b" t="t" l="l"/>
              <a:pathLst>
                <a:path h="1188720" w="5452491">
                  <a:moveTo>
                    <a:pt x="0" y="0"/>
                  </a:moveTo>
                  <a:lnTo>
                    <a:pt x="5452491" y="0"/>
                  </a:lnTo>
                  <a:lnTo>
                    <a:pt x="5452491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3994147" y="2604897"/>
            <a:ext cx="17566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b="true" sz="6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786184" y="499872"/>
            <a:ext cx="1761439" cy="3215135"/>
            <a:chOff x="0" y="0"/>
            <a:chExt cx="2348586" cy="42868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8611" cy="4286885"/>
            </a:xfrm>
            <a:custGeom>
              <a:avLst/>
              <a:gdLst/>
              <a:ahLst/>
              <a:cxnLst/>
              <a:rect r="r" b="b" t="t" l="l"/>
              <a:pathLst>
                <a:path h="4286885" w="2348611">
                  <a:moveTo>
                    <a:pt x="0" y="0"/>
                  </a:moveTo>
                  <a:lnTo>
                    <a:pt x="2348611" y="0"/>
                  </a:lnTo>
                  <a:lnTo>
                    <a:pt x="2348611" y="4286885"/>
                  </a:lnTo>
                  <a:lnTo>
                    <a:pt x="0" y="4286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" r="-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-10800000">
            <a:off x="3691252" y="499872"/>
            <a:ext cx="1761487" cy="3215135"/>
            <a:chOff x="0" y="0"/>
            <a:chExt cx="2348649" cy="42868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8611" cy="4286885"/>
            </a:xfrm>
            <a:custGeom>
              <a:avLst/>
              <a:gdLst/>
              <a:ahLst/>
              <a:cxnLst/>
              <a:rect r="r" b="b" t="t" l="l"/>
              <a:pathLst>
                <a:path h="4286885" w="2348611">
                  <a:moveTo>
                    <a:pt x="0" y="0"/>
                  </a:moveTo>
                  <a:lnTo>
                    <a:pt x="2348611" y="0"/>
                  </a:lnTo>
                  <a:lnTo>
                    <a:pt x="2348611" y="4286885"/>
                  </a:lnTo>
                  <a:lnTo>
                    <a:pt x="0" y="4286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" r="-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10800000">
            <a:off x="6535674" y="499872"/>
            <a:ext cx="1761487" cy="3215135"/>
            <a:chOff x="0" y="0"/>
            <a:chExt cx="2348649" cy="42868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348611" cy="4286885"/>
            </a:xfrm>
            <a:custGeom>
              <a:avLst/>
              <a:gdLst/>
              <a:ahLst/>
              <a:cxnLst/>
              <a:rect r="r" b="b" t="t" l="l"/>
              <a:pathLst>
                <a:path h="4286885" w="2348611">
                  <a:moveTo>
                    <a:pt x="0" y="0"/>
                  </a:moveTo>
                  <a:lnTo>
                    <a:pt x="2348611" y="0"/>
                  </a:lnTo>
                  <a:lnTo>
                    <a:pt x="2348611" y="4286885"/>
                  </a:lnTo>
                  <a:lnTo>
                    <a:pt x="0" y="42868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" r="-1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647818" y="3928196"/>
            <a:ext cx="1848355" cy="855450"/>
          </a:xfrm>
          <a:custGeom>
            <a:avLst/>
            <a:gdLst/>
            <a:ahLst/>
            <a:cxnLst/>
            <a:rect r="r" b="b" t="t" l="l"/>
            <a:pathLst>
              <a:path h="855450" w="1848355">
                <a:moveTo>
                  <a:pt x="0" y="0"/>
                </a:moveTo>
                <a:lnTo>
                  <a:pt x="1848355" y="0"/>
                </a:lnTo>
                <a:lnTo>
                  <a:pt x="1848355" y="855450"/>
                </a:lnTo>
                <a:lnTo>
                  <a:pt x="0" y="855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249798" y="3929482"/>
            <a:ext cx="808101" cy="416052"/>
            <a:chOff x="0" y="0"/>
            <a:chExt cx="1077468" cy="5547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7468" cy="554736"/>
            </a:xfrm>
            <a:custGeom>
              <a:avLst/>
              <a:gdLst/>
              <a:ahLst/>
              <a:cxnLst/>
              <a:rect r="r" b="b" t="t" l="l"/>
              <a:pathLst>
                <a:path h="554736" w="1077468">
                  <a:moveTo>
                    <a:pt x="0" y="0"/>
                  </a:moveTo>
                  <a:lnTo>
                    <a:pt x="1077468" y="0"/>
                  </a:lnTo>
                  <a:lnTo>
                    <a:pt x="1077468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3806314" y="4452214"/>
            <a:ext cx="1661284" cy="297180"/>
            <a:chOff x="0" y="0"/>
            <a:chExt cx="2215045" cy="396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15007" cy="396240"/>
            </a:xfrm>
            <a:custGeom>
              <a:avLst/>
              <a:gdLst/>
              <a:ahLst/>
              <a:cxnLst/>
              <a:rect r="r" b="b" t="t" l="l"/>
              <a:pathLst>
                <a:path h="396240" w="2215007">
                  <a:moveTo>
                    <a:pt x="0" y="0"/>
                  </a:moveTo>
                  <a:lnTo>
                    <a:pt x="2215007" y="0"/>
                  </a:lnTo>
                  <a:lnTo>
                    <a:pt x="2215007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742693" y="3928196"/>
            <a:ext cx="1848355" cy="855450"/>
          </a:xfrm>
          <a:custGeom>
            <a:avLst/>
            <a:gdLst/>
            <a:ahLst/>
            <a:cxnLst/>
            <a:rect r="r" b="b" t="t" l="l"/>
            <a:pathLst>
              <a:path h="855450" w="1848355">
                <a:moveTo>
                  <a:pt x="0" y="0"/>
                </a:moveTo>
                <a:lnTo>
                  <a:pt x="1848355" y="0"/>
                </a:lnTo>
                <a:lnTo>
                  <a:pt x="1848355" y="855450"/>
                </a:lnTo>
                <a:lnTo>
                  <a:pt x="0" y="8554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344425" y="3929482"/>
            <a:ext cx="807720" cy="416052"/>
            <a:chOff x="0" y="0"/>
            <a:chExt cx="1076960" cy="5547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76960" cy="554736"/>
            </a:xfrm>
            <a:custGeom>
              <a:avLst/>
              <a:gdLst/>
              <a:ahLst/>
              <a:cxnLst/>
              <a:rect r="r" b="b" t="t" l="l"/>
              <a:pathLst>
                <a:path h="554736" w="1076960">
                  <a:moveTo>
                    <a:pt x="0" y="0"/>
                  </a:moveTo>
                  <a:lnTo>
                    <a:pt x="1076960" y="0"/>
                  </a:lnTo>
                  <a:lnTo>
                    <a:pt x="1076960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71677" y="4452214"/>
            <a:ext cx="1324232" cy="297180"/>
            <a:chOff x="0" y="0"/>
            <a:chExt cx="1765643" cy="3962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65681" cy="396240"/>
            </a:xfrm>
            <a:custGeom>
              <a:avLst/>
              <a:gdLst/>
              <a:ahLst/>
              <a:cxnLst/>
              <a:rect r="r" b="b" t="t" l="l"/>
              <a:pathLst>
                <a:path h="396240" w="1765681">
                  <a:moveTo>
                    <a:pt x="0" y="0"/>
                  </a:moveTo>
                  <a:lnTo>
                    <a:pt x="1765681" y="0"/>
                  </a:lnTo>
                  <a:lnTo>
                    <a:pt x="1765681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2" b="0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6492240" y="3928196"/>
            <a:ext cx="1848355" cy="855450"/>
          </a:xfrm>
          <a:custGeom>
            <a:avLst/>
            <a:gdLst/>
            <a:ahLst/>
            <a:cxnLst/>
            <a:rect r="r" b="b" t="t" l="l"/>
            <a:pathLst>
              <a:path h="855450" w="1848355">
                <a:moveTo>
                  <a:pt x="0" y="0"/>
                </a:moveTo>
                <a:lnTo>
                  <a:pt x="1848355" y="0"/>
                </a:lnTo>
                <a:lnTo>
                  <a:pt x="1848355" y="855450"/>
                </a:lnTo>
                <a:lnTo>
                  <a:pt x="0" y="855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7094858" y="3929482"/>
            <a:ext cx="807720" cy="416052"/>
            <a:chOff x="0" y="0"/>
            <a:chExt cx="1076960" cy="55473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76960" cy="554736"/>
            </a:xfrm>
            <a:custGeom>
              <a:avLst/>
              <a:gdLst/>
              <a:ahLst/>
              <a:cxnLst/>
              <a:rect r="r" b="b" t="t" l="l"/>
              <a:pathLst>
                <a:path h="554736" w="1076960">
                  <a:moveTo>
                    <a:pt x="0" y="0"/>
                  </a:moveTo>
                  <a:lnTo>
                    <a:pt x="1076960" y="0"/>
                  </a:lnTo>
                  <a:lnTo>
                    <a:pt x="1076960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738242" y="4452214"/>
            <a:ext cx="1481328" cy="297180"/>
            <a:chOff x="0" y="0"/>
            <a:chExt cx="1975104" cy="3962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75104" cy="396240"/>
            </a:xfrm>
            <a:custGeom>
              <a:avLst/>
              <a:gdLst/>
              <a:ahLst/>
              <a:cxnLst/>
              <a:rect r="r" b="b" t="t" l="l"/>
              <a:pathLst>
                <a:path h="396240" w="1975104">
                  <a:moveTo>
                    <a:pt x="0" y="0"/>
                  </a:moveTo>
                  <a:lnTo>
                    <a:pt x="1975104" y="0"/>
                  </a:lnTo>
                  <a:lnTo>
                    <a:pt x="1975104" y="396240"/>
                  </a:lnTo>
                  <a:lnTo>
                    <a:pt x="0" y="396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4332132" y="4406836"/>
            <a:ext cx="58664" cy="36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20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4051" y="4406836"/>
            <a:ext cx="58664" cy="36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5"/>
              </a:lnSpc>
            </a:pPr>
            <a:r>
              <a:rPr lang="en-US" b="true" sz="2004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5746" y="4906061"/>
            <a:ext cx="153162" cy="118872"/>
            <a:chOff x="0" y="0"/>
            <a:chExt cx="204216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4216" cy="158496"/>
            </a:xfrm>
            <a:custGeom>
              <a:avLst/>
              <a:gdLst/>
              <a:ahLst/>
              <a:cxnLst/>
              <a:rect r="r" b="b" t="t" l="l"/>
              <a:pathLst>
                <a:path h="158496" w="204216">
                  <a:moveTo>
                    <a:pt x="0" y="0"/>
                  </a:moveTo>
                  <a:lnTo>
                    <a:pt x="204216" y="0"/>
                  </a:lnTo>
                  <a:lnTo>
                    <a:pt x="20421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5746" y="4906061"/>
            <a:ext cx="153162" cy="118872"/>
            <a:chOff x="0" y="0"/>
            <a:chExt cx="204216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4216" cy="158496"/>
            </a:xfrm>
            <a:custGeom>
              <a:avLst/>
              <a:gdLst/>
              <a:ahLst/>
              <a:cxnLst/>
              <a:rect r="r" b="b" t="t" l="l"/>
              <a:pathLst>
                <a:path h="158496" w="204216">
                  <a:moveTo>
                    <a:pt x="0" y="0"/>
                  </a:moveTo>
                  <a:lnTo>
                    <a:pt x="204216" y="0"/>
                  </a:lnTo>
                  <a:lnTo>
                    <a:pt x="20421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56590" y="1704470"/>
            <a:ext cx="8573767" cy="891540"/>
            <a:chOff x="0" y="0"/>
            <a:chExt cx="11431689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431651" cy="1188720"/>
            </a:xfrm>
            <a:custGeom>
              <a:avLst/>
              <a:gdLst/>
              <a:ahLst/>
              <a:cxnLst/>
              <a:rect r="r" b="b" t="t" l="l"/>
              <a:pathLst>
                <a:path h="1188720" w="11431651">
                  <a:moveTo>
                    <a:pt x="0" y="0"/>
                  </a:moveTo>
                  <a:lnTo>
                    <a:pt x="11431651" y="0"/>
                  </a:lnTo>
                  <a:lnTo>
                    <a:pt x="11431651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700146" y="2327481"/>
            <a:ext cx="6081141" cy="891845"/>
            <a:chOff x="0" y="0"/>
            <a:chExt cx="8108188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08188" cy="1189101"/>
            </a:xfrm>
            <a:custGeom>
              <a:avLst/>
              <a:gdLst/>
              <a:ahLst/>
              <a:cxnLst/>
              <a:rect r="r" b="b" t="t" l="l"/>
              <a:pathLst>
                <a:path h="1189101" w="8108188">
                  <a:moveTo>
                    <a:pt x="0" y="0"/>
                  </a:moveTo>
                  <a:lnTo>
                    <a:pt x="8108188" y="0"/>
                  </a:lnTo>
                  <a:lnTo>
                    <a:pt x="810818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97484" y="3878466"/>
            <a:ext cx="4129402" cy="888273"/>
          </a:xfrm>
          <a:custGeom>
            <a:avLst/>
            <a:gdLst/>
            <a:ahLst/>
            <a:cxnLst/>
            <a:rect r="r" b="b" t="t" l="l"/>
            <a:pathLst>
              <a:path h="888273" w="4129402">
                <a:moveTo>
                  <a:pt x="0" y="0"/>
                </a:moveTo>
                <a:lnTo>
                  <a:pt x="4129402" y="0"/>
                </a:lnTo>
                <a:lnTo>
                  <a:pt x="4129402" y="888273"/>
                </a:lnTo>
                <a:lnTo>
                  <a:pt x="0" y="888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099559" y="3904793"/>
            <a:ext cx="2482596" cy="416052"/>
            <a:chOff x="0" y="0"/>
            <a:chExt cx="3310128" cy="5547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10128" cy="554736"/>
            </a:xfrm>
            <a:custGeom>
              <a:avLst/>
              <a:gdLst/>
              <a:ahLst/>
              <a:cxnLst/>
              <a:rect r="r" b="b" t="t" l="l"/>
              <a:pathLst>
                <a:path h="554736" w="3310128">
                  <a:moveTo>
                    <a:pt x="0" y="0"/>
                  </a:moveTo>
                  <a:lnTo>
                    <a:pt x="3310128" y="0"/>
                  </a:lnTo>
                  <a:lnTo>
                    <a:pt x="3310128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3059935" y="4331513"/>
            <a:ext cx="2555491" cy="416357"/>
            <a:chOff x="0" y="0"/>
            <a:chExt cx="3407321" cy="55514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407283" cy="555117"/>
            </a:xfrm>
            <a:custGeom>
              <a:avLst/>
              <a:gdLst/>
              <a:ahLst/>
              <a:cxnLst/>
              <a:rect r="r" b="b" t="t" l="l"/>
              <a:pathLst>
                <a:path h="555117" w="3407283">
                  <a:moveTo>
                    <a:pt x="0" y="0"/>
                  </a:moveTo>
                  <a:lnTo>
                    <a:pt x="3407283" y="0"/>
                  </a:lnTo>
                  <a:lnTo>
                    <a:pt x="3407283" y="555117"/>
                  </a:lnTo>
                  <a:lnTo>
                    <a:pt x="0" y="555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4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2469071" y="114233"/>
            <a:ext cx="3586096" cy="3792979"/>
            <a:chOff x="0" y="0"/>
            <a:chExt cx="4781461" cy="50573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781423" cy="5057267"/>
            </a:xfrm>
            <a:custGeom>
              <a:avLst/>
              <a:gdLst/>
              <a:ahLst/>
              <a:cxnLst/>
              <a:rect r="r" b="b" t="t" l="l"/>
              <a:pathLst>
                <a:path h="5057267" w="4781423">
                  <a:moveTo>
                    <a:pt x="0" y="0"/>
                  </a:moveTo>
                  <a:lnTo>
                    <a:pt x="4781423" y="0"/>
                  </a:lnTo>
                  <a:lnTo>
                    <a:pt x="4781423" y="5057267"/>
                  </a:lnTo>
                  <a:lnTo>
                    <a:pt x="0" y="50572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2993393" y="1733398"/>
            <a:ext cx="2448801" cy="1016403"/>
          </a:xfrm>
          <a:custGeom>
            <a:avLst/>
            <a:gdLst/>
            <a:ahLst/>
            <a:cxnLst/>
            <a:rect r="r" b="b" t="t" l="l"/>
            <a:pathLst>
              <a:path h="1016403" w="2448801">
                <a:moveTo>
                  <a:pt x="0" y="0"/>
                </a:moveTo>
                <a:lnTo>
                  <a:pt x="2448801" y="0"/>
                </a:lnTo>
                <a:lnTo>
                  <a:pt x="2448801" y="1016403"/>
                </a:lnTo>
                <a:lnTo>
                  <a:pt x="0" y="10164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8794" y="4906061"/>
            <a:ext cx="144018" cy="118872"/>
            <a:chOff x="0" y="0"/>
            <a:chExt cx="192024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2024" cy="158496"/>
            </a:xfrm>
            <a:custGeom>
              <a:avLst/>
              <a:gdLst/>
              <a:ahLst/>
              <a:cxnLst/>
              <a:rect r="r" b="b" t="t" l="l"/>
              <a:pathLst>
                <a:path h="158496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8794" y="4906061"/>
            <a:ext cx="144018" cy="118872"/>
            <a:chOff x="0" y="0"/>
            <a:chExt cx="192024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2024" cy="158496"/>
            </a:xfrm>
            <a:custGeom>
              <a:avLst/>
              <a:gdLst/>
              <a:ahLst/>
              <a:cxnLst/>
              <a:rect r="r" b="b" t="t" l="l"/>
              <a:pathLst>
                <a:path h="158496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76118" y="930859"/>
            <a:ext cx="6678549" cy="891845"/>
            <a:chOff x="0" y="0"/>
            <a:chExt cx="8904732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04732" cy="1189101"/>
            </a:xfrm>
            <a:custGeom>
              <a:avLst/>
              <a:gdLst/>
              <a:ahLst/>
              <a:cxnLst/>
              <a:rect r="r" b="b" t="t" l="l"/>
              <a:pathLst>
                <a:path h="1189101" w="8904732">
                  <a:moveTo>
                    <a:pt x="0" y="0"/>
                  </a:moveTo>
                  <a:lnTo>
                    <a:pt x="8904732" y="0"/>
                  </a:lnTo>
                  <a:lnTo>
                    <a:pt x="8904732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08122" y="1554175"/>
            <a:ext cx="6649593" cy="891845"/>
            <a:chOff x="0" y="0"/>
            <a:chExt cx="8866124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866124" cy="1189101"/>
            </a:xfrm>
            <a:custGeom>
              <a:avLst/>
              <a:gdLst/>
              <a:ahLst/>
              <a:cxnLst/>
              <a:rect r="r" b="b" t="t" l="l"/>
              <a:pathLst>
                <a:path h="1189101" w="8866124">
                  <a:moveTo>
                    <a:pt x="0" y="0"/>
                  </a:moveTo>
                  <a:lnTo>
                    <a:pt x="8866124" y="0"/>
                  </a:lnTo>
                  <a:lnTo>
                    <a:pt x="8866124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526154" y="2176224"/>
            <a:ext cx="1638681" cy="891845"/>
            <a:chOff x="0" y="0"/>
            <a:chExt cx="2184908" cy="1189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84908" cy="1189101"/>
            </a:xfrm>
            <a:custGeom>
              <a:avLst/>
              <a:gdLst/>
              <a:ahLst/>
              <a:cxnLst/>
              <a:rect r="r" b="b" t="t" l="l"/>
              <a:pathLst>
                <a:path h="1189101" w="2184908">
                  <a:moveTo>
                    <a:pt x="0" y="0"/>
                  </a:moveTo>
                  <a:lnTo>
                    <a:pt x="2184908" y="0"/>
                  </a:lnTo>
                  <a:lnTo>
                    <a:pt x="218490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837175" y="2176224"/>
            <a:ext cx="3042161" cy="891845"/>
            <a:chOff x="0" y="0"/>
            <a:chExt cx="4056215" cy="1189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056253" cy="1189101"/>
            </a:xfrm>
            <a:custGeom>
              <a:avLst/>
              <a:gdLst/>
              <a:ahLst/>
              <a:cxnLst/>
              <a:rect r="r" b="b" t="t" l="l"/>
              <a:pathLst>
                <a:path h="1189101" w="4056253">
                  <a:moveTo>
                    <a:pt x="0" y="0"/>
                  </a:moveTo>
                  <a:lnTo>
                    <a:pt x="4056253" y="0"/>
                  </a:lnTo>
                  <a:lnTo>
                    <a:pt x="405625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2324986" y="3421685"/>
            <a:ext cx="4840986" cy="891845"/>
            <a:chOff x="0" y="0"/>
            <a:chExt cx="6454648" cy="11891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454648" cy="1189101"/>
            </a:xfrm>
            <a:custGeom>
              <a:avLst/>
              <a:gdLst/>
              <a:ahLst/>
              <a:cxnLst/>
              <a:rect r="r" b="b" t="t" l="l"/>
              <a:pathLst>
                <a:path h="1189101" w="6454648">
                  <a:moveTo>
                    <a:pt x="0" y="0"/>
                  </a:moveTo>
                  <a:lnTo>
                    <a:pt x="6454648" y="0"/>
                  </a:lnTo>
                  <a:lnTo>
                    <a:pt x="645464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7242" y="547545"/>
            <a:ext cx="3672202" cy="4015997"/>
            <a:chOff x="0" y="0"/>
            <a:chExt cx="4896269" cy="53546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96231" cy="5354701"/>
            </a:xfrm>
            <a:custGeom>
              <a:avLst/>
              <a:gdLst/>
              <a:ahLst/>
              <a:cxnLst/>
              <a:rect r="r" b="b" t="t" l="l"/>
              <a:pathLst>
                <a:path h="5354701" w="4896231">
                  <a:moveTo>
                    <a:pt x="0" y="0"/>
                  </a:moveTo>
                  <a:lnTo>
                    <a:pt x="4896231" y="0"/>
                  </a:lnTo>
                  <a:lnTo>
                    <a:pt x="4896231" y="5354701"/>
                  </a:lnTo>
                  <a:lnTo>
                    <a:pt x="0" y="53547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42581" y="1012127"/>
            <a:ext cx="3295479" cy="3297288"/>
            <a:chOff x="0" y="0"/>
            <a:chExt cx="3295472" cy="32972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295394" cy="3297302"/>
            </a:xfrm>
            <a:custGeom>
              <a:avLst/>
              <a:gdLst/>
              <a:ahLst/>
              <a:cxnLst/>
              <a:rect r="r" b="b" t="t" l="l"/>
              <a:pathLst>
                <a:path h="3297302" w="3295394">
                  <a:moveTo>
                    <a:pt x="1647697" y="0"/>
                  </a:moveTo>
                  <a:cubicBezTo>
                    <a:pt x="737108" y="0"/>
                    <a:pt x="0" y="737489"/>
                    <a:pt x="0" y="1648588"/>
                  </a:cubicBezTo>
                  <a:cubicBezTo>
                    <a:pt x="0" y="2559686"/>
                    <a:pt x="737108" y="3297302"/>
                    <a:pt x="1647697" y="3297302"/>
                  </a:cubicBezTo>
                  <a:cubicBezTo>
                    <a:pt x="2558287" y="3297302"/>
                    <a:pt x="3295394" y="2559813"/>
                    <a:pt x="3295394" y="1648715"/>
                  </a:cubicBezTo>
                  <a:cubicBezTo>
                    <a:pt x="3295394" y="737616"/>
                    <a:pt x="2558286" y="0"/>
                    <a:pt x="1647697" y="0"/>
                  </a:cubicBezTo>
                  <a:close/>
                  <a:moveTo>
                    <a:pt x="520319" y="1648588"/>
                  </a:moveTo>
                  <a:cubicBezTo>
                    <a:pt x="520319" y="1431671"/>
                    <a:pt x="581025" y="1227709"/>
                    <a:pt x="689483" y="1058545"/>
                  </a:cubicBezTo>
                  <a:lnTo>
                    <a:pt x="2241803" y="2611756"/>
                  </a:lnTo>
                  <a:cubicBezTo>
                    <a:pt x="2068321" y="2715896"/>
                    <a:pt x="1864613" y="2776602"/>
                    <a:pt x="1647697" y="2776602"/>
                  </a:cubicBezTo>
                  <a:cubicBezTo>
                    <a:pt x="1027683" y="2776602"/>
                    <a:pt x="520319" y="2268983"/>
                    <a:pt x="520319" y="1648588"/>
                  </a:cubicBezTo>
                  <a:close/>
                  <a:moveTo>
                    <a:pt x="2606038" y="2238630"/>
                  </a:moveTo>
                  <a:lnTo>
                    <a:pt x="1058036" y="689864"/>
                  </a:lnTo>
                  <a:cubicBezTo>
                    <a:pt x="1227200" y="581406"/>
                    <a:pt x="1430908" y="520700"/>
                    <a:pt x="1647697" y="520700"/>
                  </a:cubicBezTo>
                  <a:cubicBezTo>
                    <a:pt x="2267711" y="520700"/>
                    <a:pt x="2775075" y="1028319"/>
                    <a:pt x="2775075" y="1648715"/>
                  </a:cubicBezTo>
                  <a:cubicBezTo>
                    <a:pt x="2775075" y="1865631"/>
                    <a:pt x="2714369" y="2069593"/>
                    <a:pt x="2605911" y="2238757"/>
                  </a:cubicBezTo>
                  <a:close/>
                </a:path>
              </a:pathLst>
            </a:custGeom>
            <a:solidFill>
              <a:srgbClr val="FF0000">
                <a:alpha val="12157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68340" y="2128466"/>
            <a:ext cx="2134619" cy="891845"/>
            <a:chOff x="0" y="0"/>
            <a:chExt cx="2846159" cy="1189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846197" cy="1189101"/>
            </a:xfrm>
            <a:custGeom>
              <a:avLst/>
              <a:gdLst/>
              <a:ahLst/>
              <a:cxnLst/>
              <a:rect r="r" b="b" t="t" l="l"/>
              <a:pathLst>
                <a:path h="1189101" w="2846197">
                  <a:moveTo>
                    <a:pt x="0" y="0"/>
                  </a:moveTo>
                  <a:lnTo>
                    <a:pt x="2846197" y="0"/>
                  </a:lnTo>
                  <a:lnTo>
                    <a:pt x="2846197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" b="-2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3841" y="4906061"/>
            <a:ext cx="157734" cy="118872"/>
            <a:chOff x="0" y="0"/>
            <a:chExt cx="210312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0312" cy="158496"/>
            </a:xfrm>
            <a:custGeom>
              <a:avLst/>
              <a:gdLst/>
              <a:ahLst/>
              <a:cxnLst/>
              <a:rect r="r" b="b" t="t" l="l"/>
              <a:pathLst>
                <a:path h="158496" w="210312">
                  <a:moveTo>
                    <a:pt x="0" y="0"/>
                  </a:moveTo>
                  <a:lnTo>
                    <a:pt x="210312" y="0"/>
                  </a:lnTo>
                  <a:lnTo>
                    <a:pt x="210312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3841" y="4906061"/>
            <a:ext cx="157734" cy="118872"/>
            <a:chOff x="0" y="0"/>
            <a:chExt cx="210312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312" cy="158496"/>
            </a:xfrm>
            <a:custGeom>
              <a:avLst/>
              <a:gdLst/>
              <a:ahLst/>
              <a:cxnLst/>
              <a:rect r="r" b="b" t="t" l="l"/>
              <a:pathLst>
                <a:path h="158496" w="210312">
                  <a:moveTo>
                    <a:pt x="0" y="0"/>
                  </a:moveTo>
                  <a:lnTo>
                    <a:pt x="210312" y="0"/>
                  </a:lnTo>
                  <a:lnTo>
                    <a:pt x="210312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31241" y="1314650"/>
            <a:ext cx="8257156" cy="891845"/>
            <a:chOff x="0" y="0"/>
            <a:chExt cx="11009541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09503" cy="1189101"/>
            </a:xfrm>
            <a:custGeom>
              <a:avLst/>
              <a:gdLst/>
              <a:ahLst/>
              <a:cxnLst/>
              <a:rect r="r" b="b" t="t" l="l"/>
              <a:pathLst>
                <a:path h="1189101" w="11009503">
                  <a:moveTo>
                    <a:pt x="0" y="0"/>
                  </a:moveTo>
                  <a:lnTo>
                    <a:pt x="11009503" y="0"/>
                  </a:lnTo>
                  <a:lnTo>
                    <a:pt x="1100950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240918" y="1938528"/>
            <a:ext cx="4995548" cy="891540"/>
            <a:chOff x="0" y="0"/>
            <a:chExt cx="6660731" cy="11887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60769" cy="1188720"/>
            </a:xfrm>
            <a:custGeom>
              <a:avLst/>
              <a:gdLst/>
              <a:ahLst/>
              <a:cxnLst/>
              <a:rect r="r" b="b" t="t" l="l"/>
              <a:pathLst>
                <a:path h="1188720" w="6660769">
                  <a:moveTo>
                    <a:pt x="0" y="0"/>
                  </a:moveTo>
                  <a:lnTo>
                    <a:pt x="6660769" y="0"/>
                  </a:lnTo>
                  <a:lnTo>
                    <a:pt x="6660769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324738" y="3182417"/>
            <a:ext cx="4840605" cy="891845"/>
            <a:chOff x="0" y="0"/>
            <a:chExt cx="6454140" cy="1189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454140" cy="1189101"/>
            </a:xfrm>
            <a:custGeom>
              <a:avLst/>
              <a:gdLst/>
              <a:ahLst/>
              <a:cxnLst/>
              <a:rect r="r" b="b" t="t" l="l"/>
              <a:pathLst>
                <a:path h="1189101" w="6454140">
                  <a:moveTo>
                    <a:pt x="0" y="0"/>
                  </a:moveTo>
                  <a:lnTo>
                    <a:pt x="6454140" y="0"/>
                  </a:lnTo>
                  <a:lnTo>
                    <a:pt x="6454140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171562" y="1789757"/>
            <a:ext cx="2134619" cy="891845"/>
            <a:chOff x="0" y="0"/>
            <a:chExt cx="2846159" cy="1189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6197" cy="1189101"/>
            </a:xfrm>
            <a:custGeom>
              <a:avLst/>
              <a:gdLst/>
              <a:ahLst/>
              <a:cxnLst/>
              <a:rect r="r" b="b" t="t" l="l"/>
              <a:pathLst>
                <a:path h="1189101" w="2846197">
                  <a:moveTo>
                    <a:pt x="0" y="0"/>
                  </a:moveTo>
                  <a:lnTo>
                    <a:pt x="2846197" y="0"/>
                  </a:lnTo>
                  <a:lnTo>
                    <a:pt x="2846197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25258" y="2700271"/>
            <a:ext cx="2332101" cy="653796"/>
            <a:chOff x="0" y="0"/>
            <a:chExt cx="3109468" cy="87172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109468" cy="871728"/>
            </a:xfrm>
            <a:custGeom>
              <a:avLst/>
              <a:gdLst/>
              <a:ahLst/>
              <a:cxnLst/>
              <a:rect r="r" b="b" t="t" l="l"/>
              <a:pathLst>
                <a:path h="871728" w="3109468">
                  <a:moveTo>
                    <a:pt x="0" y="0"/>
                  </a:moveTo>
                  <a:lnTo>
                    <a:pt x="3109468" y="0"/>
                  </a:lnTo>
                  <a:lnTo>
                    <a:pt x="3109468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-5400000">
            <a:off x="1133523" y="49863"/>
            <a:ext cx="3421418" cy="5043802"/>
            <a:chOff x="0" y="0"/>
            <a:chExt cx="4561891" cy="67250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561840" cy="6725031"/>
            </a:xfrm>
            <a:custGeom>
              <a:avLst/>
              <a:gdLst/>
              <a:ahLst/>
              <a:cxnLst/>
              <a:rect r="r" b="b" t="t" l="l"/>
              <a:pathLst>
                <a:path h="6725031" w="4561840">
                  <a:moveTo>
                    <a:pt x="0" y="0"/>
                  </a:moveTo>
                  <a:lnTo>
                    <a:pt x="4561840" y="0"/>
                  </a:lnTo>
                  <a:lnTo>
                    <a:pt x="4561840" y="6725031"/>
                  </a:lnTo>
                  <a:lnTo>
                    <a:pt x="0" y="6725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3" b="0"/>
              </a:stretch>
            </a:blipFill>
          </p:spPr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7270" y="4906061"/>
            <a:ext cx="148590" cy="118872"/>
            <a:chOff x="0" y="0"/>
            <a:chExt cx="198120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20" cy="158496"/>
            </a:xfrm>
            <a:custGeom>
              <a:avLst/>
              <a:gdLst/>
              <a:ahLst/>
              <a:cxnLst/>
              <a:rect r="r" b="b" t="t" l="l"/>
              <a:pathLst>
                <a:path h="158496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7270" y="4906061"/>
            <a:ext cx="148590" cy="118872"/>
            <a:chOff x="0" y="0"/>
            <a:chExt cx="198120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20" cy="158496"/>
            </a:xfrm>
            <a:custGeom>
              <a:avLst/>
              <a:gdLst/>
              <a:ahLst/>
              <a:cxnLst/>
              <a:rect r="r" b="b" t="t" l="l"/>
              <a:pathLst>
                <a:path h="158496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45490" y="930859"/>
            <a:ext cx="7803766" cy="891845"/>
            <a:chOff x="0" y="0"/>
            <a:chExt cx="10405021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04983" cy="1189101"/>
            </a:xfrm>
            <a:custGeom>
              <a:avLst/>
              <a:gdLst/>
              <a:ahLst/>
              <a:cxnLst/>
              <a:rect r="r" b="b" t="t" l="l"/>
              <a:pathLst>
                <a:path h="1189101" w="10404983">
                  <a:moveTo>
                    <a:pt x="0" y="0"/>
                  </a:moveTo>
                  <a:lnTo>
                    <a:pt x="10404983" y="0"/>
                  </a:lnTo>
                  <a:lnTo>
                    <a:pt x="1040498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90626" y="1554175"/>
            <a:ext cx="7875270" cy="891845"/>
            <a:chOff x="0" y="0"/>
            <a:chExt cx="10500360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00360" cy="1189101"/>
            </a:xfrm>
            <a:custGeom>
              <a:avLst/>
              <a:gdLst/>
              <a:ahLst/>
              <a:cxnLst/>
              <a:rect r="r" b="b" t="t" l="l"/>
              <a:pathLst>
                <a:path h="1189101" w="10500360">
                  <a:moveTo>
                    <a:pt x="0" y="0"/>
                  </a:moveTo>
                  <a:lnTo>
                    <a:pt x="10500360" y="0"/>
                  </a:lnTo>
                  <a:lnTo>
                    <a:pt x="10500360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012566" y="2176224"/>
            <a:ext cx="5669156" cy="891845"/>
            <a:chOff x="0" y="0"/>
            <a:chExt cx="7558875" cy="1189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58913" cy="1189101"/>
            </a:xfrm>
            <a:custGeom>
              <a:avLst/>
              <a:gdLst/>
              <a:ahLst/>
              <a:cxnLst/>
              <a:rect r="r" b="b" t="t" l="l"/>
              <a:pathLst>
                <a:path h="1189101" w="7558913">
                  <a:moveTo>
                    <a:pt x="0" y="0"/>
                  </a:moveTo>
                  <a:lnTo>
                    <a:pt x="7558913" y="0"/>
                  </a:lnTo>
                  <a:lnTo>
                    <a:pt x="755891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2422522" y="3421685"/>
            <a:ext cx="4840605" cy="891845"/>
            <a:chOff x="0" y="0"/>
            <a:chExt cx="6454140" cy="1189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454140" cy="1189101"/>
            </a:xfrm>
            <a:custGeom>
              <a:avLst/>
              <a:gdLst/>
              <a:ahLst/>
              <a:cxnLst/>
              <a:rect r="r" b="b" t="t" l="l"/>
              <a:pathLst>
                <a:path h="1189101" w="6454140">
                  <a:moveTo>
                    <a:pt x="0" y="0"/>
                  </a:moveTo>
                  <a:lnTo>
                    <a:pt x="6454140" y="0"/>
                  </a:lnTo>
                  <a:lnTo>
                    <a:pt x="6454140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902709" y="1909524"/>
            <a:ext cx="1905381" cy="891845"/>
            <a:chOff x="0" y="0"/>
            <a:chExt cx="2540508" cy="1189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0508" cy="1189101"/>
            </a:xfrm>
            <a:custGeom>
              <a:avLst/>
              <a:gdLst/>
              <a:ahLst/>
              <a:cxnLst/>
              <a:rect r="r" b="b" t="t" l="l"/>
              <a:pathLst>
                <a:path h="1189101" w="2540508">
                  <a:moveTo>
                    <a:pt x="0" y="0"/>
                  </a:moveTo>
                  <a:lnTo>
                    <a:pt x="2540508" y="0"/>
                  </a:lnTo>
                  <a:lnTo>
                    <a:pt x="254050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1875" y="237963"/>
            <a:ext cx="4491228" cy="4229862"/>
            <a:chOff x="0" y="0"/>
            <a:chExt cx="5988304" cy="56398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88304" cy="5639816"/>
            </a:xfrm>
            <a:custGeom>
              <a:avLst/>
              <a:gdLst/>
              <a:ahLst/>
              <a:cxnLst/>
              <a:rect r="r" b="b" t="t" l="l"/>
              <a:pathLst>
                <a:path h="5639816" w="5988304">
                  <a:moveTo>
                    <a:pt x="0" y="0"/>
                  </a:moveTo>
                  <a:lnTo>
                    <a:pt x="5988304" y="0"/>
                  </a:lnTo>
                  <a:lnTo>
                    <a:pt x="5988304" y="5639816"/>
                  </a:lnTo>
                  <a:lnTo>
                    <a:pt x="0" y="56398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2317" y="4906061"/>
            <a:ext cx="160020" cy="118872"/>
            <a:chOff x="0" y="0"/>
            <a:chExt cx="213360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3360" cy="158496"/>
            </a:xfrm>
            <a:custGeom>
              <a:avLst/>
              <a:gdLst/>
              <a:ahLst/>
              <a:cxnLst/>
              <a:rect r="r" b="b" t="t" l="l"/>
              <a:pathLst>
                <a:path h="158496" w="213360">
                  <a:moveTo>
                    <a:pt x="0" y="0"/>
                  </a:moveTo>
                  <a:lnTo>
                    <a:pt x="213360" y="0"/>
                  </a:lnTo>
                  <a:lnTo>
                    <a:pt x="21336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2317" y="4906061"/>
            <a:ext cx="160020" cy="118872"/>
            <a:chOff x="0" y="0"/>
            <a:chExt cx="213360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360" cy="158496"/>
            </a:xfrm>
            <a:custGeom>
              <a:avLst/>
              <a:gdLst/>
              <a:ahLst/>
              <a:cxnLst/>
              <a:rect r="r" b="b" t="t" l="l"/>
              <a:pathLst>
                <a:path h="158496" w="213360">
                  <a:moveTo>
                    <a:pt x="0" y="0"/>
                  </a:moveTo>
                  <a:lnTo>
                    <a:pt x="213360" y="0"/>
                  </a:lnTo>
                  <a:lnTo>
                    <a:pt x="21336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67105" y="1319222"/>
            <a:ext cx="7349366" cy="891845"/>
            <a:chOff x="0" y="0"/>
            <a:chExt cx="9799155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99193" cy="1189101"/>
            </a:xfrm>
            <a:custGeom>
              <a:avLst/>
              <a:gdLst/>
              <a:ahLst/>
              <a:cxnLst/>
              <a:rect r="r" b="b" t="t" l="l"/>
              <a:pathLst>
                <a:path h="1189101" w="9799193">
                  <a:moveTo>
                    <a:pt x="0" y="0"/>
                  </a:moveTo>
                  <a:lnTo>
                    <a:pt x="9799193" y="0"/>
                  </a:lnTo>
                  <a:lnTo>
                    <a:pt x="979919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896113" y="1943052"/>
            <a:ext cx="5684901" cy="891845"/>
            <a:chOff x="0" y="0"/>
            <a:chExt cx="7579868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79868" cy="1189101"/>
            </a:xfrm>
            <a:custGeom>
              <a:avLst/>
              <a:gdLst/>
              <a:ahLst/>
              <a:cxnLst/>
              <a:rect r="r" b="b" t="t" l="l"/>
              <a:pathLst>
                <a:path h="1189101" w="7579868">
                  <a:moveTo>
                    <a:pt x="0" y="0"/>
                  </a:moveTo>
                  <a:lnTo>
                    <a:pt x="7579868" y="0"/>
                  </a:lnTo>
                  <a:lnTo>
                    <a:pt x="757986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780289" y="2564587"/>
            <a:ext cx="5882135" cy="891845"/>
            <a:chOff x="0" y="0"/>
            <a:chExt cx="7842847" cy="1189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42885" cy="1189101"/>
            </a:xfrm>
            <a:custGeom>
              <a:avLst/>
              <a:gdLst/>
              <a:ahLst/>
              <a:cxnLst/>
              <a:rect r="r" b="b" t="t" l="l"/>
              <a:pathLst>
                <a:path h="1189101" w="7842885">
                  <a:moveTo>
                    <a:pt x="0" y="0"/>
                  </a:moveTo>
                  <a:lnTo>
                    <a:pt x="7842885" y="0"/>
                  </a:lnTo>
                  <a:lnTo>
                    <a:pt x="7842885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144650" y="3186684"/>
            <a:ext cx="3122933" cy="891845"/>
            <a:chOff x="0" y="0"/>
            <a:chExt cx="4163911" cy="1189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63949" cy="1189101"/>
            </a:xfrm>
            <a:custGeom>
              <a:avLst/>
              <a:gdLst/>
              <a:ahLst/>
              <a:cxnLst/>
              <a:rect r="r" b="b" t="t" l="l"/>
              <a:pathLst>
                <a:path h="1189101" w="4163949">
                  <a:moveTo>
                    <a:pt x="0" y="0"/>
                  </a:moveTo>
                  <a:lnTo>
                    <a:pt x="4163949" y="0"/>
                  </a:lnTo>
                  <a:lnTo>
                    <a:pt x="4163949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09345" y="492509"/>
            <a:ext cx="4199639" cy="653796"/>
            <a:chOff x="0" y="0"/>
            <a:chExt cx="5599519" cy="8717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99557" cy="871728"/>
            </a:xfrm>
            <a:custGeom>
              <a:avLst/>
              <a:gdLst/>
              <a:ahLst/>
              <a:cxnLst/>
              <a:rect r="r" b="b" t="t" l="l"/>
              <a:pathLst>
                <a:path h="871728" w="5599557">
                  <a:moveTo>
                    <a:pt x="0" y="0"/>
                  </a:moveTo>
                  <a:lnTo>
                    <a:pt x="5599557" y="0"/>
                  </a:lnTo>
                  <a:lnTo>
                    <a:pt x="5599557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982725" y="1162764"/>
            <a:ext cx="3457575" cy="654101"/>
            <a:chOff x="0" y="0"/>
            <a:chExt cx="4610100" cy="8721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610100" cy="872109"/>
            </a:xfrm>
            <a:custGeom>
              <a:avLst/>
              <a:gdLst/>
              <a:ahLst/>
              <a:cxnLst/>
              <a:rect r="r" b="b" t="t" l="l"/>
              <a:pathLst>
                <a:path h="872109" w="4610100">
                  <a:moveTo>
                    <a:pt x="0" y="0"/>
                  </a:moveTo>
                  <a:lnTo>
                    <a:pt x="4610100" y="0"/>
                  </a:lnTo>
                  <a:lnTo>
                    <a:pt x="4610100" y="872109"/>
                  </a:lnTo>
                  <a:lnTo>
                    <a:pt x="0" y="872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324101" y="1834010"/>
            <a:ext cx="2785872" cy="653796"/>
            <a:chOff x="0" y="0"/>
            <a:chExt cx="3714496" cy="87172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714496" cy="871728"/>
            </a:xfrm>
            <a:custGeom>
              <a:avLst/>
              <a:gdLst/>
              <a:ahLst/>
              <a:cxnLst/>
              <a:rect r="r" b="b" t="t" l="l"/>
              <a:pathLst>
                <a:path h="871728" w="3714496">
                  <a:moveTo>
                    <a:pt x="0" y="0"/>
                  </a:moveTo>
                  <a:lnTo>
                    <a:pt x="3714496" y="0"/>
                  </a:lnTo>
                  <a:lnTo>
                    <a:pt x="3714496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490728" y="2504265"/>
            <a:ext cx="3371726" cy="654101"/>
            <a:chOff x="0" y="0"/>
            <a:chExt cx="4495635" cy="87213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5673" cy="872109"/>
            </a:xfrm>
            <a:custGeom>
              <a:avLst/>
              <a:gdLst/>
              <a:ahLst/>
              <a:cxnLst/>
              <a:rect r="r" b="b" t="t" l="l"/>
              <a:pathLst>
                <a:path h="872109" w="4495673">
                  <a:moveTo>
                    <a:pt x="0" y="0"/>
                  </a:moveTo>
                  <a:lnTo>
                    <a:pt x="4495673" y="0"/>
                  </a:lnTo>
                  <a:lnTo>
                    <a:pt x="4495673" y="872109"/>
                  </a:lnTo>
                  <a:lnTo>
                    <a:pt x="0" y="872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602993" y="2649045"/>
            <a:ext cx="4521708" cy="475793"/>
            <a:chOff x="0" y="0"/>
            <a:chExt cx="6028944" cy="63439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028944" cy="634365"/>
            </a:xfrm>
            <a:custGeom>
              <a:avLst/>
              <a:gdLst/>
              <a:ahLst/>
              <a:cxnLst/>
              <a:rect r="r" b="b" t="t" l="l"/>
              <a:pathLst>
                <a:path h="634365" w="6028944">
                  <a:moveTo>
                    <a:pt x="0" y="0"/>
                  </a:moveTo>
                  <a:lnTo>
                    <a:pt x="6028944" y="0"/>
                  </a:lnTo>
                  <a:lnTo>
                    <a:pt x="6028944" y="634365"/>
                  </a:lnTo>
                  <a:lnTo>
                    <a:pt x="0" y="63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-4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7936354" y="2649045"/>
            <a:ext cx="928011" cy="475793"/>
            <a:chOff x="0" y="0"/>
            <a:chExt cx="1237348" cy="63439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37361" cy="634365"/>
            </a:xfrm>
            <a:custGeom>
              <a:avLst/>
              <a:gdLst/>
              <a:ahLst/>
              <a:cxnLst/>
              <a:rect r="r" b="b" t="t" l="l"/>
              <a:pathLst>
                <a:path h="634365" w="1237361">
                  <a:moveTo>
                    <a:pt x="0" y="0"/>
                  </a:moveTo>
                  <a:lnTo>
                    <a:pt x="1237361" y="0"/>
                  </a:lnTo>
                  <a:lnTo>
                    <a:pt x="1237361" y="634365"/>
                  </a:lnTo>
                  <a:lnTo>
                    <a:pt x="0" y="6343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" b="-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2199132" y="3175073"/>
            <a:ext cx="5009264" cy="654101"/>
            <a:chOff x="0" y="0"/>
            <a:chExt cx="6679019" cy="8721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679057" cy="872109"/>
            </a:xfrm>
            <a:custGeom>
              <a:avLst/>
              <a:gdLst/>
              <a:ahLst/>
              <a:cxnLst/>
              <a:rect r="r" b="b" t="t" l="l"/>
              <a:pathLst>
                <a:path h="872109" w="6679057">
                  <a:moveTo>
                    <a:pt x="0" y="0"/>
                  </a:moveTo>
                  <a:lnTo>
                    <a:pt x="6679057" y="0"/>
                  </a:lnTo>
                  <a:lnTo>
                    <a:pt x="6679057" y="872109"/>
                  </a:lnTo>
                  <a:lnTo>
                    <a:pt x="0" y="8721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747773" y="3846271"/>
            <a:ext cx="1938404" cy="653796"/>
            <a:chOff x="0" y="0"/>
            <a:chExt cx="2584539" cy="8717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84577" cy="871728"/>
            </a:xfrm>
            <a:custGeom>
              <a:avLst/>
              <a:gdLst/>
              <a:ahLst/>
              <a:cxnLst/>
              <a:rect r="r" b="b" t="t" l="l"/>
              <a:pathLst>
                <a:path h="871728" w="2584577">
                  <a:moveTo>
                    <a:pt x="0" y="0"/>
                  </a:moveTo>
                  <a:lnTo>
                    <a:pt x="2584577" y="0"/>
                  </a:lnTo>
                  <a:lnTo>
                    <a:pt x="2584577" y="871728"/>
                  </a:lnTo>
                  <a:lnTo>
                    <a:pt x="0" y="871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4292641" y="3082128"/>
            <a:ext cx="129007" cy="80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48957" y="1069810"/>
            <a:ext cx="129007" cy="805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68"/>
              </a:lnSpc>
            </a:pPr>
            <a:r>
              <a:rPr lang="en-US" sz="44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101942" y="2584666"/>
            <a:ext cx="93869" cy="58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8"/>
              </a:lnSpc>
            </a:pPr>
            <a:r>
              <a:rPr lang="en-US" sz="32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0793" y="4906061"/>
            <a:ext cx="164592" cy="118872"/>
            <a:chOff x="0" y="0"/>
            <a:chExt cx="219456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" cy="158496"/>
            </a:xfrm>
            <a:custGeom>
              <a:avLst/>
              <a:gdLst/>
              <a:ahLst/>
              <a:cxnLst/>
              <a:rect r="r" b="b" t="t" l="l"/>
              <a:pathLst>
                <a:path h="15849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0793" y="4906061"/>
            <a:ext cx="164592" cy="118872"/>
            <a:chOff x="0" y="0"/>
            <a:chExt cx="219456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" cy="158496"/>
            </a:xfrm>
            <a:custGeom>
              <a:avLst/>
              <a:gdLst/>
              <a:ahLst/>
              <a:cxnLst/>
              <a:rect r="r" b="b" t="t" l="l"/>
              <a:pathLst>
                <a:path h="158496" w="219456">
                  <a:moveTo>
                    <a:pt x="0" y="0"/>
                  </a:moveTo>
                  <a:lnTo>
                    <a:pt x="219456" y="0"/>
                  </a:lnTo>
                  <a:lnTo>
                    <a:pt x="21945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291839" y="1340234"/>
            <a:ext cx="4942456" cy="891540"/>
            <a:chOff x="0" y="0"/>
            <a:chExt cx="6589941" cy="11887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589903" cy="1188720"/>
            </a:xfrm>
            <a:custGeom>
              <a:avLst/>
              <a:gdLst/>
              <a:ahLst/>
              <a:cxnLst/>
              <a:rect r="r" b="b" t="t" l="l"/>
              <a:pathLst>
                <a:path h="1188720" w="6589903">
                  <a:moveTo>
                    <a:pt x="0" y="0"/>
                  </a:moveTo>
                  <a:lnTo>
                    <a:pt x="6589903" y="0"/>
                  </a:lnTo>
                  <a:lnTo>
                    <a:pt x="6589903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47979" y="1963245"/>
            <a:ext cx="8035214" cy="891845"/>
            <a:chOff x="0" y="0"/>
            <a:chExt cx="10713618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713593" cy="1189101"/>
            </a:xfrm>
            <a:custGeom>
              <a:avLst/>
              <a:gdLst/>
              <a:ahLst/>
              <a:cxnLst/>
              <a:rect r="r" b="b" t="t" l="l"/>
              <a:pathLst>
                <a:path h="1189101" w="10713593">
                  <a:moveTo>
                    <a:pt x="0" y="0"/>
                  </a:moveTo>
                  <a:lnTo>
                    <a:pt x="10713593" y="0"/>
                  </a:lnTo>
                  <a:lnTo>
                    <a:pt x="1071359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90879" y="2585666"/>
            <a:ext cx="7310628" cy="891845"/>
            <a:chOff x="0" y="0"/>
            <a:chExt cx="9747504" cy="118912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47504" cy="1189101"/>
            </a:xfrm>
            <a:custGeom>
              <a:avLst/>
              <a:gdLst/>
              <a:ahLst/>
              <a:cxnLst/>
              <a:rect r="r" b="b" t="t" l="l"/>
              <a:pathLst>
                <a:path h="1189101" w="9747504">
                  <a:moveTo>
                    <a:pt x="0" y="0"/>
                  </a:moveTo>
                  <a:lnTo>
                    <a:pt x="9747504" y="0"/>
                  </a:lnTo>
                  <a:lnTo>
                    <a:pt x="9747504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9244" y="1574244"/>
            <a:ext cx="6794373" cy="891845"/>
            <a:chOff x="0" y="0"/>
            <a:chExt cx="9059164" cy="1189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059164" cy="1189101"/>
            </a:xfrm>
            <a:custGeom>
              <a:avLst/>
              <a:gdLst/>
              <a:ahLst/>
              <a:cxnLst/>
              <a:rect r="r" b="b" t="t" l="l"/>
              <a:pathLst>
                <a:path h="1189101" w="9059164">
                  <a:moveTo>
                    <a:pt x="0" y="0"/>
                  </a:moveTo>
                  <a:lnTo>
                    <a:pt x="9059164" y="0"/>
                  </a:lnTo>
                  <a:lnTo>
                    <a:pt x="9059164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245982" y="1586741"/>
            <a:ext cx="793242" cy="592836"/>
            <a:chOff x="0" y="0"/>
            <a:chExt cx="1057656" cy="79044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7656" cy="790448"/>
            </a:xfrm>
            <a:custGeom>
              <a:avLst/>
              <a:gdLst/>
              <a:ahLst/>
              <a:cxnLst/>
              <a:rect r="r" b="b" t="t" l="l"/>
              <a:pathLst>
                <a:path h="790448" w="1057656">
                  <a:moveTo>
                    <a:pt x="0" y="0"/>
                  </a:moveTo>
                  <a:lnTo>
                    <a:pt x="1057656" y="0"/>
                  </a:lnTo>
                  <a:lnTo>
                    <a:pt x="1057656" y="790448"/>
                  </a:lnTo>
                  <a:lnTo>
                    <a:pt x="0" y="79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945498" y="1574244"/>
            <a:ext cx="859536" cy="891845"/>
            <a:chOff x="0" y="0"/>
            <a:chExt cx="1146048" cy="11891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6048" cy="1189101"/>
            </a:xfrm>
            <a:custGeom>
              <a:avLst/>
              <a:gdLst/>
              <a:ahLst/>
              <a:cxnLst/>
              <a:rect r="r" b="b" t="t" l="l"/>
              <a:pathLst>
                <a:path h="1189101" w="1146048">
                  <a:moveTo>
                    <a:pt x="0" y="0"/>
                  </a:moveTo>
                  <a:lnTo>
                    <a:pt x="1146048" y="0"/>
                  </a:lnTo>
                  <a:lnTo>
                    <a:pt x="114604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73353" y="2489025"/>
            <a:ext cx="3646046" cy="891845"/>
            <a:chOff x="0" y="0"/>
            <a:chExt cx="4861395" cy="1189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61433" cy="1189101"/>
            </a:xfrm>
            <a:custGeom>
              <a:avLst/>
              <a:gdLst/>
              <a:ahLst/>
              <a:cxnLst/>
              <a:rect r="r" b="b" t="t" l="l"/>
              <a:pathLst>
                <a:path h="1189101" w="4861433">
                  <a:moveTo>
                    <a:pt x="0" y="0"/>
                  </a:moveTo>
                  <a:lnTo>
                    <a:pt x="4861433" y="0"/>
                  </a:lnTo>
                  <a:lnTo>
                    <a:pt x="4861433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954906" y="2501522"/>
            <a:ext cx="793242" cy="592836"/>
            <a:chOff x="0" y="0"/>
            <a:chExt cx="1057656" cy="79044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7656" cy="790448"/>
            </a:xfrm>
            <a:custGeom>
              <a:avLst/>
              <a:gdLst/>
              <a:ahLst/>
              <a:cxnLst/>
              <a:rect r="r" b="b" t="t" l="l"/>
              <a:pathLst>
                <a:path h="790448" w="1057656">
                  <a:moveTo>
                    <a:pt x="0" y="0"/>
                  </a:moveTo>
                  <a:lnTo>
                    <a:pt x="1057656" y="0"/>
                  </a:lnTo>
                  <a:lnTo>
                    <a:pt x="1057656" y="790448"/>
                  </a:lnTo>
                  <a:lnTo>
                    <a:pt x="0" y="7904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3841" y="4906061"/>
            <a:ext cx="155448" cy="118872"/>
            <a:chOff x="0" y="0"/>
            <a:chExt cx="207264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" cy="158496"/>
            </a:xfrm>
            <a:custGeom>
              <a:avLst/>
              <a:gdLst/>
              <a:ahLst/>
              <a:cxnLst/>
              <a:rect r="r" b="b" t="t" l="l"/>
              <a:pathLst>
                <a:path h="158496" w="207264">
                  <a:moveTo>
                    <a:pt x="0" y="0"/>
                  </a:moveTo>
                  <a:lnTo>
                    <a:pt x="207264" y="0"/>
                  </a:lnTo>
                  <a:lnTo>
                    <a:pt x="207264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3841" y="4906061"/>
            <a:ext cx="155448" cy="118872"/>
            <a:chOff x="0" y="0"/>
            <a:chExt cx="207264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" cy="158496"/>
            </a:xfrm>
            <a:custGeom>
              <a:avLst/>
              <a:gdLst/>
              <a:ahLst/>
              <a:cxnLst/>
              <a:rect r="r" b="b" t="t" l="l"/>
              <a:pathLst>
                <a:path h="158496" w="207264">
                  <a:moveTo>
                    <a:pt x="0" y="0"/>
                  </a:moveTo>
                  <a:lnTo>
                    <a:pt x="207264" y="0"/>
                  </a:lnTo>
                  <a:lnTo>
                    <a:pt x="207264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56306" y="1501721"/>
            <a:ext cx="6622037" cy="891845"/>
            <a:chOff x="0" y="0"/>
            <a:chExt cx="8829383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829421" cy="1189101"/>
            </a:xfrm>
            <a:custGeom>
              <a:avLst/>
              <a:gdLst/>
              <a:ahLst/>
              <a:cxnLst/>
              <a:rect r="r" b="b" t="t" l="l"/>
              <a:pathLst>
                <a:path h="1189101" w="8829421">
                  <a:moveTo>
                    <a:pt x="0" y="0"/>
                  </a:moveTo>
                  <a:lnTo>
                    <a:pt x="8829421" y="0"/>
                  </a:lnTo>
                  <a:lnTo>
                    <a:pt x="8829421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3192523" y="2125418"/>
            <a:ext cx="3074165" cy="891845"/>
            <a:chOff x="0" y="0"/>
            <a:chExt cx="4098887" cy="11891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98925" cy="1189101"/>
            </a:xfrm>
            <a:custGeom>
              <a:avLst/>
              <a:gdLst/>
              <a:ahLst/>
              <a:cxnLst/>
              <a:rect r="r" b="b" t="t" l="l"/>
              <a:pathLst>
                <a:path h="1189101" w="4098925">
                  <a:moveTo>
                    <a:pt x="0" y="0"/>
                  </a:moveTo>
                  <a:lnTo>
                    <a:pt x="4098925" y="0"/>
                  </a:lnTo>
                  <a:lnTo>
                    <a:pt x="4098925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02309" y="1774822"/>
            <a:ext cx="3629149" cy="891540"/>
            <a:chOff x="0" y="0"/>
            <a:chExt cx="4838865" cy="118872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38827" cy="1188720"/>
            </a:xfrm>
            <a:custGeom>
              <a:avLst/>
              <a:gdLst/>
              <a:ahLst/>
              <a:cxnLst/>
              <a:rect r="r" b="b" t="t" l="l"/>
              <a:pathLst>
                <a:path h="1188720" w="4838827">
                  <a:moveTo>
                    <a:pt x="0" y="0"/>
                  </a:moveTo>
                  <a:lnTo>
                    <a:pt x="4838827" y="0"/>
                  </a:lnTo>
                  <a:lnTo>
                    <a:pt x="4838827" y="1188720"/>
                  </a:lnTo>
                  <a:lnTo>
                    <a:pt x="0" y="11887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968622" y="1786461"/>
            <a:ext cx="729234" cy="593141"/>
            <a:chOff x="0" y="0"/>
            <a:chExt cx="972312" cy="79085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72312" cy="790829"/>
            </a:xfrm>
            <a:custGeom>
              <a:avLst/>
              <a:gdLst/>
              <a:ahLst/>
              <a:cxnLst/>
              <a:rect r="r" b="b" t="t" l="l"/>
              <a:pathLst>
                <a:path h="790829" w="972312">
                  <a:moveTo>
                    <a:pt x="0" y="0"/>
                  </a:moveTo>
                  <a:lnTo>
                    <a:pt x="972312" y="0"/>
                  </a:lnTo>
                  <a:lnTo>
                    <a:pt x="972312" y="790829"/>
                  </a:lnTo>
                  <a:lnTo>
                    <a:pt x="0" y="790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67868" y="2682821"/>
            <a:ext cx="8448551" cy="593141"/>
            <a:chOff x="0" y="0"/>
            <a:chExt cx="11264735" cy="7908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264773" cy="790829"/>
            </a:xfrm>
            <a:custGeom>
              <a:avLst/>
              <a:gdLst/>
              <a:ahLst/>
              <a:cxnLst/>
              <a:rect r="r" b="b" t="t" l="l"/>
              <a:pathLst>
                <a:path h="790829" w="11264773">
                  <a:moveTo>
                    <a:pt x="0" y="0"/>
                  </a:moveTo>
                  <a:lnTo>
                    <a:pt x="11264773" y="0"/>
                  </a:lnTo>
                  <a:lnTo>
                    <a:pt x="11264773" y="790829"/>
                  </a:lnTo>
                  <a:lnTo>
                    <a:pt x="0" y="7908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83761" y="1602867"/>
            <a:ext cx="746503" cy="746503"/>
          </a:xfrm>
          <a:custGeom>
            <a:avLst/>
            <a:gdLst/>
            <a:ahLst/>
            <a:cxnLst/>
            <a:rect r="r" b="b" t="t" l="l"/>
            <a:pathLst>
              <a:path h="746503" w="746503">
                <a:moveTo>
                  <a:pt x="0" y="0"/>
                </a:moveTo>
                <a:lnTo>
                  <a:pt x="746503" y="0"/>
                </a:lnTo>
                <a:lnTo>
                  <a:pt x="746503" y="746503"/>
                </a:lnTo>
                <a:lnTo>
                  <a:pt x="0" y="7465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511934" y="2476195"/>
            <a:ext cx="2494788" cy="535229"/>
            <a:chOff x="0" y="0"/>
            <a:chExt cx="3326384" cy="7136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26384" cy="713613"/>
            </a:xfrm>
            <a:custGeom>
              <a:avLst/>
              <a:gdLst/>
              <a:ahLst/>
              <a:cxnLst/>
              <a:rect r="r" b="b" t="t" l="l"/>
              <a:pathLst>
                <a:path h="713613" w="3326384">
                  <a:moveTo>
                    <a:pt x="0" y="0"/>
                  </a:moveTo>
                  <a:lnTo>
                    <a:pt x="3326384" y="0"/>
                  </a:lnTo>
                  <a:lnTo>
                    <a:pt x="3326384" y="713613"/>
                  </a:lnTo>
                  <a:lnTo>
                    <a:pt x="0" y="71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3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352477" y="1802416"/>
            <a:ext cx="405003" cy="346110"/>
            <a:chOff x="0" y="0"/>
            <a:chExt cx="405003" cy="3461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5005" cy="346092"/>
            </a:xfrm>
            <a:custGeom>
              <a:avLst/>
              <a:gdLst/>
              <a:ahLst/>
              <a:cxnLst/>
              <a:rect r="r" b="b" t="t" l="l"/>
              <a:pathLst>
                <a:path h="346092" w="405005">
                  <a:moveTo>
                    <a:pt x="202439" y="288164"/>
                  </a:moveTo>
                  <a:cubicBezTo>
                    <a:pt x="191136" y="288164"/>
                    <a:pt x="179960" y="288164"/>
                    <a:pt x="168657" y="286766"/>
                  </a:cubicBezTo>
                  <a:cubicBezTo>
                    <a:pt x="139066" y="313437"/>
                    <a:pt x="104013" y="331725"/>
                    <a:pt x="64643" y="341631"/>
                  </a:cubicBezTo>
                  <a:cubicBezTo>
                    <a:pt x="57658" y="344425"/>
                    <a:pt x="47752" y="345822"/>
                    <a:pt x="39370" y="345822"/>
                  </a:cubicBezTo>
                  <a:cubicBezTo>
                    <a:pt x="35179" y="347219"/>
                    <a:pt x="29464" y="343028"/>
                    <a:pt x="28067" y="337440"/>
                  </a:cubicBezTo>
                  <a:cubicBezTo>
                    <a:pt x="28067" y="331852"/>
                    <a:pt x="30861" y="329058"/>
                    <a:pt x="35052" y="324740"/>
                  </a:cubicBezTo>
                  <a:cubicBezTo>
                    <a:pt x="49149" y="307849"/>
                    <a:pt x="64643" y="295276"/>
                    <a:pt x="75819" y="257302"/>
                  </a:cubicBezTo>
                  <a:cubicBezTo>
                    <a:pt x="29591" y="230505"/>
                    <a:pt x="0" y="189738"/>
                    <a:pt x="0" y="143383"/>
                  </a:cubicBezTo>
                  <a:cubicBezTo>
                    <a:pt x="0" y="64643"/>
                    <a:pt x="90043" y="0"/>
                    <a:pt x="202439" y="0"/>
                  </a:cubicBezTo>
                  <a:cubicBezTo>
                    <a:pt x="313564" y="0"/>
                    <a:pt x="405005" y="64643"/>
                    <a:pt x="405005" y="143383"/>
                  </a:cubicBezTo>
                  <a:cubicBezTo>
                    <a:pt x="405005" y="223520"/>
                    <a:pt x="313564" y="288164"/>
                    <a:pt x="202439" y="28816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797795" y="4895088"/>
            <a:ext cx="139446" cy="118872"/>
            <a:chOff x="0" y="0"/>
            <a:chExt cx="185928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5928" cy="158496"/>
            </a:xfrm>
            <a:custGeom>
              <a:avLst/>
              <a:gdLst/>
              <a:ahLst/>
              <a:cxnLst/>
              <a:rect r="r" b="b" t="t" l="l"/>
              <a:pathLst>
                <a:path h="158496" w="185928">
                  <a:moveTo>
                    <a:pt x="0" y="0"/>
                  </a:moveTo>
                  <a:lnTo>
                    <a:pt x="185928" y="0"/>
                  </a:lnTo>
                  <a:lnTo>
                    <a:pt x="185928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9144000" cy="5143500"/>
            <a:chOff x="0" y="0"/>
            <a:chExt cx="12192000" cy="685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192000" cy="6858000"/>
            </a:xfrm>
            <a:custGeom>
              <a:avLst/>
              <a:gdLst/>
              <a:ahLst/>
              <a:cxnLst/>
              <a:rect r="r" b="b" t="t" l="l"/>
              <a:pathLst>
                <a:path h="685800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7270" y="4906061"/>
            <a:ext cx="148590" cy="118872"/>
            <a:chOff x="0" y="0"/>
            <a:chExt cx="198120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8120" cy="158496"/>
            </a:xfrm>
            <a:custGeom>
              <a:avLst/>
              <a:gdLst/>
              <a:ahLst/>
              <a:cxnLst/>
              <a:rect r="r" b="b" t="t" l="l"/>
              <a:pathLst>
                <a:path h="158496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7270" y="4906061"/>
            <a:ext cx="148590" cy="118872"/>
            <a:chOff x="0" y="0"/>
            <a:chExt cx="198120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8120" cy="158496"/>
            </a:xfrm>
            <a:custGeom>
              <a:avLst/>
              <a:gdLst/>
              <a:ahLst/>
              <a:cxnLst/>
              <a:rect r="r" b="b" t="t" l="l"/>
              <a:pathLst>
                <a:path h="158496" w="198120">
                  <a:moveTo>
                    <a:pt x="0" y="0"/>
                  </a:moveTo>
                  <a:lnTo>
                    <a:pt x="198120" y="0"/>
                  </a:lnTo>
                  <a:lnTo>
                    <a:pt x="198120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67358" y="1998926"/>
            <a:ext cx="6999351" cy="891845"/>
            <a:chOff x="0" y="0"/>
            <a:chExt cx="9332468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332468" cy="1189101"/>
            </a:xfrm>
            <a:custGeom>
              <a:avLst/>
              <a:gdLst/>
              <a:ahLst/>
              <a:cxnLst/>
              <a:rect r="r" b="b" t="t" l="l"/>
              <a:pathLst>
                <a:path h="1189101" w="9332468">
                  <a:moveTo>
                    <a:pt x="0" y="0"/>
                  </a:moveTo>
                  <a:lnTo>
                    <a:pt x="9332468" y="0"/>
                  </a:lnTo>
                  <a:lnTo>
                    <a:pt x="933246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37876" y="702764"/>
            <a:ext cx="3157204" cy="3737991"/>
            <a:chOff x="0" y="0"/>
            <a:chExt cx="4209606" cy="4983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9669" cy="4983988"/>
            </a:xfrm>
            <a:custGeom>
              <a:avLst/>
              <a:gdLst/>
              <a:ahLst/>
              <a:cxnLst/>
              <a:rect r="r" b="b" t="t" l="l"/>
              <a:pathLst>
                <a:path h="4983988" w="4209669">
                  <a:moveTo>
                    <a:pt x="0" y="0"/>
                  </a:moveTo>
                  <a:lnTo>
                    <a:pt x="4209669" y="0"/>
                  </a:lnTo>
                  <a:lnTo>
                    <a:pt x="4209669" y="4983988"/>
                  </a:lnTo>
                  <a:lnTo>
                    <a:pt x="0" y="4983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37478" y="2093976"/>
            <a:ext cx="3850510" cy="326136"/>
            <a:chOff x="0" y="0"/>
            <a:chExt cx="5134013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33975" cy="434848"/>
            </a:xfrm>
            <a:custGeom>
              <a:avLst/>
              <a:gdLst/>
              <a:ahLst/>
              <a:cxnLst/>
              <a:rect r="r" b="b" t="t" l="l"/>
              <a:pathLst>
                <a:path h="434848" w="5133975">
                  <a:moveTo>
                    <a:pt x="0" y="0"/>
                  </a:moveTo>
                  <a:lnTo>
                    <a:pt x="5133975" y="0"/>
                  </a:lnTo>
                  <a:lnTo>
                    <a:pt x="5133975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781674" y="2395728"/>
            <a:ext cx="3763642" cy="326136"/>
            <a:chOff x="0" y="0"/>
            <a:chExt cx="5018189" cy="434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18151" cy="434848"/>
            </a:xfrm>
            <a:custGeom>
              <a:avLst/>
              <a:gdLst/>
              <a:ahLst/>
              <a:cxnLst/>
              <a:rect r="r" b="b" t="t" l="l"/>
              <a:pathLst>
                <a:path h="434848" w="5018151">
                  <a:moveTo>
                    <a:pt x="0" y="0"/>
                  </a:moveTo>
                  <a:lnTo>
                    <a:pt x="5018151" y="0"/>
                  </a:lnTo>
                  <a:lnTo>
                    <a:pt x="5018151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20230" y="2697175"/>
            <a:ext cx="2426332" cy="326441"/>
            <a:chOff x="0" y="0"/>
            <a:chExt cx="3235109" cy="435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35071" cy="435229"/>
            </a:xfrm>
            <a:custGeom>
              <a:avLst/>
              <a:gdLst/>
              <a:ahLst/>
              <a:cxnLst/>
              <a:rect r="r" b="b" t="t" l="l"/>
              <a:pathLst>
                <a:path h="435229" w="3235071">
                  <a:moveTo>
                    <a:pt x="0" y="0"/>
                  </a:moveTo>
                  <a:lnTo>
                    <a:pt x="3235071" y="0"/>
                  </a:lnTo>
                  <a:lnTo>
                    <a:pt x="3235071" y="435229"/>
                  </a:lnTo>
                  <a:lnTo>
                    <a:pt x="0" y="435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-5"/>
              </a:stretch>
            </a:blipFill>
          </p:spPr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37876" y="702764"/>
            <a:ext cx="3157204" cy="3737991"/>
            <a:chOff x="0" y="0"/>
            <a:chExt cx="4209606" cy="4983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9669" cy="4983988"/>
            </a:xfrm>
            <a:custGeom>
              <a:avLst/>
              <a:gdLst/>
              <a:ahLst/>
              <a:cxnLst/>
              <a:rect r="r" b="b" t="t" l="l"/>
              <a:pathLst>
                <a:path h="4983988" w="4209669">
                  <a:moveTo>
                    <a:pt x="0" y="0"/>
                  </a:moveTo>
                  <a:lnTo>
                    <a:pt x="4209669" y="0"/>
                  </a:lnTo>
                  <a:lnTo>
                    <a:pt x="4209669" y="4983988"/>
                  </a:lnTo>
                  <a:lnTo>
                    <a:pt x="0" y="49839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1194" y="2395728"/>
            <a:ext cx="3828288" cy="326136"/>
            <a:chOff x="0" y="0"/>
            <a:chExt cx="5104384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04384" cy="434848"/>
            </a:xfrm>
            <a:custGeom>
              <a:avLst/>
              <a:gdLst/>
              <a:ahLst/>
              <a:cxnLst/>
              <a:rect r="r" b="b" t="t" l="l"/>
              <a:pathLst>
                <a:path h="434848" w="5104384">
                  <a:moveTo>
                    <a:pt x="0" y="0"/>
                  </a:moveTo>
                  <a:lnTo>
                    <a:pt x="5104384" y="0"/>
                  </a:lnTo>
                  <a:lnTo>
                    <a:pt x="5104384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50497" y="712032"/>
            <a:ext cx="3157204" cy="3719446"/>
            <a:chOff x="0" y="0"/>
            <a:chExt cx="4209606" cy="49592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9669" cy="4959223"/>
            </a:xfrm>
            <a:custGeom>
              <a:avLst/>
              <a:gdLst/>
              <a:ahLst/>
              <a:cxnLst/>
              <a:rect r="r" b="b" t="t" l="l"/>
              <a:pathLst>
                <a:path h="4959223" w="4209669">
                  <a:moveTo>
                    <a:pt x="0" y="0"/>
                  </a:moveTo>
                  <a:lnTo>
                    <a:pt x="4209669" y="0"/>
                  </a:lnTo>
                  <a:lnTo>
                    <a:pt x="4209669" y="4959223"/>
                  </a:lnTo>
                  <a:lnTo>
                    <a:pt x="0" y="4959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23406" y="2395728"/>
            <a:ext cx="3409826" cy="326136"/>
            <a:chOff x="0" y="0"/>
            <a:chExt cx="4546435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46473" cy="434848"/>
            </a:xfrm>
            <a:custGeom>
              <a:avLst/>
              <a:gdLst/>
              <a:ahLst/>
              <a:cxnLst/>
              <a:rect r="r" b="b" t="t" l="l"/>
              <a:pathLst>
                <a:path h="434848" w="4546473">
                  <a:moveTo>
                    <a:pt x="0" y="0"/>
                  </a:moveTo>
                  <a:lnTo>
                    <a:pt x="4546473" y="0"/>
                  </a:lnTo>
                  <a:lnTo>
                    <a:pt x="4546473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2492245" y="1944367"/>
            <a:ext cx="44453" cy="1733550"/>
          </a:xfrm>
          <a:custGeom>
            <a:avLst/>
            <a:gdLst/>
            <a:ahLst/>
            <a:cxnLst/>
            <a:rect r="r" b="b" t="t" l="l"/>
            <a:pathLst>
              <a:path h="1733550" w="44453">
                <a:moveTo>
                  <a:pt x="0" y="0"/>
                </a:moveTo>
                <a:lnTo>
                  <a:pt x="44453" y="0"/>
                </a:lnTo>
                <a:lnTo>
                  <a:pt x="44453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907237" y="704136"/>
            <a:ext cx="3157195" cy="3715636"/>
            <a:chOff x="0" y="0"/>
            <a:chExt cx="4209593" cy="49541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9542" cy="4954143"/>
            </a:xfrm>
            <a:custGeom>
              <a:avLst/>
              <a:gdLst/>
              <a:ahLst/>
              <a:cxnLst/>
              <a:rect r="r" b="b" t="t" l="l"/>
              <a:pathLst>
                <a:path h="495414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4954143"/>
                  </a:lnTo>
                  <a:lnTo>
                    <a:pt x="0" y="49541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971545" y="2093976"/>
            <a:ext cx="3102607" cy="326136"/>
            <a:chOff x="0" y="0"/>
            <a:chExt cx="4136809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36771" cy="434848"/>
            </a:xfrm>
            <a:custGeom>
              <a:avLst/>
              <a:gdLst/>
              <a:ahLst/>
              <a:cxnLst/>
              <a:rect r="r" b="b" t="t" l="l"/>
              <a:pathLst>
                <a:path h="434848" w="4136771">
                  <a:moveTo>
                    <a:pt x="0" y="0"/>
                  </a:moveTo>
                  <a:lnTo>
                    <a:pt x="4136771" y="0"/>
                  </a:lnTo>
                  <a:lnTo>
                    <a:pt x="4136771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086226" y="2395728"/>
            <a:ext cx="2880484" cy="326136"/>
            <a:chOff x="0" y="0"/>
            <a:chExt cx="3840645" cy="434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40607" cy="434848"/>
            </a:xfrm>
            <a:custGeom>
              <a:avLst/>
              <a:gdLst/>
              <a:ahLst/>
              <a:cxnLst/>
              <a:rect r="r" b="b" t="t" l="l"/>
              <a:pathLst>
                <a:path h="434848" w="3840607">
                  <a:moveTo>
                    <a:pt x="0" y="0"/>
                  </a:moveTo>
                  <a:lnTo>
                    <a:pt x="3840607" y="0"/>
                  </a:lnTo>
                  <a:lnTo>
                    <a:pt x="3840607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497706" y="2697175"/>
            <a:ext cx="1989201" cy="326441"/>
            <a:chOff x="0" y="0"/>
            <a:chExt cx="2652268" cy="435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652268" cy="435229"/>
            </a:xfrm>
            <a:custGeom>
              <a:avLst/>
              <a:gdLst/>
              <a:ahLst/>
              <a:cxnLst/>
              <a:rect r="r" b="b" t="t" l="l"/>
              <a:pathLst>
                <a:path h="435229" w="2652268">
                  <a:moveTo>
                    <a:pt x="0" y="0"/>
                  </a:moveTo>
                  <a:lnTo>
                    <a:pt x="2652268" y="0"/>
                  </a:lnTo>
                  <a:lnTo>
                    <a:pt x="2652268" y="435229"/>
                  </a:lnTo>
                  <a:lnTo>
                    <a:pt x="0" y="435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5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58548" y="2329224"/>
            <a:ext cx="2334082" cy="943061"/>
          </a:xfrm>
          <a:custGeom>
            <a:avLst/>
            <a:gdLst/>
            <a:ahLst/>
            <a:cxnLst/>
            <a:rect r="r" b="b" t="t" l="l"/>
            <a:pathLst>
              <a:path h="943061" w="2334082">
                <a:moveTo>
                  <a:pt x="0" y="0"/>
                </a:moveTo>
                <a:lnTo>
                  <a:pt x="2334082" y="0"/>
                </a:lnTo>
                <a:lnTo>
                  <a:pt x="2334082" y="943061"/>
                </a:lnTo>
                <a:lnTo>
                  <a:pt x="0" y="94306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937760" y="2244852"/>
            <a:ext cx="4052192" cy="326136"/>
            <a:chOff x="0" y="0"/>
            <a:chExt cx="5402923" cy="434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02961" cy="434848"/>
            </a:xfrm>
            <a:custGeom>
              <a:avLst/>
              <a:gdLst/>
              <a:ahLst/>
              <a:cxnLst/>
              <a:rect r="r" b="b" t="t" l="l"/>
              <a:pathLst>
                <a:path h="434848" w="5402961">
                  <a:moveTo>
                    <a:pt x="0" y="0"/>
                  </a:moveTo>
                  <a:lnTo>
                    <a:pt x="5402961" y="0"/>
                  </a:lnTo>
                  <a:lnTo>
                    <a:pt x="5402961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6094476" y="2546604"/>
            <a:ext cx="1681734" cy="326136"/>
            <a:chOff x="0" y="0"/>
            <a:chExt cx="2242312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42312" cy="434848"/>
            </a:xfrm>
            <a:custGeom>
              <a:avLst/>
              <a:gdLst/>
              <a:ahLst/>
              <a:cxnLst/>
              <a:rect r="r" b="b" t="t" l="l"/>
              <a:pathLst>
                <a:path h="434848" w="2242312">
                  <a:moveTo>
                    <a:pt x="0" y="0"/>
                  </a:moveTo>
                  <a:lnTo>
                    <a:pt x="2242312" y="0"/>
                  </a:lnTo>
                  <a:lnTo>
                    <a:pt x="2242312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841258" y="704098"/>
            <a:ext cx="3157223" cy="3785606"/>
            <a:chOff x="0" y="0"/>
            <a:chExt cx="4209631" cy="5047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9669" cy="5047488"/>
            </a:xfrm>
            <a:custGeom>
              <a:avLst/>
              <a:gdLst/>
              <a:ahLst/>
              <a:cxnLst/>
              <a:rect r="r" b="b" t="t" l="l"/>
              <a:pathLst>
                <a:path h="5047488" w="4209669">
                  <a:moveTo>
                    <a:pt x="0" y="0"/>
                  </a:moveTo>
                  <a:lnTo>
                    <a:pt x="4209669" y="0"/>
                  </a:lnTo>
                  <a:lnTo>
                    <a:pt x="4209669" y="5047488"/>
                  </a:lnTo>
                  <a:lnTo>
                    <a:pt x="0" y="50474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41296" y="704059"/>
            <a:ext cx="3157147" cy="3629025"/>
            <a:chOff x="0" y="0"/>
            <a:chExt cx="4209529" cy="4838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09542" cy="4838700"/>
            </a:xfrm>
            <a:custGeom>
              <a:avLst/>
              <a:gdLst/>
              <a:ahLst/>
              <a:cxnLst/>
              <a:rect r="r" b="b" t="t" l="l"/>
              <a:pathLst>
                <a:path h="4838700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4838700"/>
                  </a:lnTo>
                  <a:lnTo>
                    <a:pt x="0" y="4838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814573" y="2235708"/>
            <a:ext cx="1755391" cy="326136"/>
            <a:chOff x="0" y="0"/>
            <a:chExt cx="2340521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40483" cy="434848"/>
            </a:xfrm>
            <a:custGeom>
              <a:avLst/>
              <a:gdLst/>
              <a:ahLst/>
              <a:cxnLst/>
              <a:rect r="r" b="b" t="t" l="l"/>
              <a:pathLst>
                <a:path h="434848" w="2340483">
                  <a:moveTo>
                    <a:pt x="0" y="0"/>
                  </a:moveTo>
                  <a:lnTo>
                    <a:pt x="2340483" y="0"/>
                  </a:lnTo>
                  <a:lnTo>
                    <a:pt x="2340483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626990" y="2235708"/>
            <a:ext cx="1326004" cy="326136"/>
            <a:chOff x="0" y="0"/>
            <a:chExt cx="1768005" cy="434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7967" cy="434848"/>
            </a:xfrm>
            <a:custGeom>
              <a:avLst/>
              <a:gdLst/>
              <a:ahLst/>
              <a:cxnLst/>
              <a:rect r="r" b="b" t="t" l="l"/>
              <a:pathLst>
                <a:path h="434848" w="1767967">
                  <a:moveTo>
                    <a:pt x="0" y="0"/>
                  </a:moveTo>
                  <a:lnTo>
                    <a:pt x="1767967" y="0"/>
                  </a:lnTo>
                  <a:lnTo>
                    <a:pt x="1767967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2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079749" y="2546604"/>
            <a:ext cx="2551681" cy="326136"/>
            <a:chOff x="0" y="0"/>
            <a:chExt cx="3402241" cy="43484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02203" cy="434848"/>
            </a:xfrm>
            <a:custGeom>
              <a:avLst/>
              <a:gdLst/>
              <a:ahLst/>
              <a:cxnLst/>
              <a:rect r="r" b="b" t="t" l="l"/>
              <a:pathLst>
                <a:path h="434848" w="3402203">
                  <a:moveTo>
                    <a:pt x="0" y="0"/>
                  </a:moveTo>
                  <a:lnTo>
                    <a:pt x="3402203" y="0"/>
                  </a:lnTo>
                  <a:lnTo>
                    <a:pt x="3402203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189434" y="2211200"/>
            <a:ext cx="2473328" cy="1177928"/>
          </a:xfrm>
          <a:custGeom>
            <a:avLst/>
            <a:gdLst/>
            <a:ahLst/>
            <a:cxnLst/>
            <a:rect r="r" b="b" t="t" l="l"/>
            <a:pathLst>
              <a:path h="1177928" w="2473328">
                <a:moveTo>
                  <a:pt x="0" y="0"/>
                </a:moveTo>
                <a:lnTo>
                  <a:pt x="2473329" y="0"/>
                </a:lnTo>
                <a:lnTo>
                  <a:pt x="2473329" y="1177928"/>
                </a:lnTo>
                <a:lnTo>
                  <a:pt x="0" y="11779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96202" y="2234822"/>
            <a:ext cx="2627376" cy="326136"/>
            <a:chOff x="0" y="0"/>
            <a:chExt cx="3503168" cy="434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03168" cy="434848"/>
            </a:xfrm>
            <a:custGeom>
              <a:avLst/>
              <a:gdLst/>
              <a:ahLst/>
              <a:cxnLst/>
              <a:rect r="r" b="b" t="t" l="l"/>
              <a:pathLst>
                <a:path h="434848" w="3503168">
                  <a:moveTo>
                    <a:pt x="0" y="0"/>
                  </a:moveTo>
                  <a:lnTo>
                    <a:pt x="3503168" y="0"/>
                  </a:lnTo>
                  <a:lnTo>
                    <a:pt x="3503168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5340982" y="2536574"/>
            <a:ext cx="2271646" cy="326136"/>
            <a:chOff x="0" y="0"/>
            <a:chExt cx="3028861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28823" cy="434848"/>
            </a:xfrm>
            <a:custGeom>
              <a:avLst/>
              <a:gdLst/>
              <a:ahLst/>
              <a:cxnLst/>
              <a:rect r="r" b="b" t="t" l="l"/>
              <a:pathLst>
                <a:path h="434848" w="3028823">
                  <a:moveTo>
                    <a:pt x="0" y="0"/>
                  </a:moveTo>
                  <a:lnTo>
                    <a:pt x="3028823" y="0"/>
                  </a:lnTo>
                  <a:lnTo>
                    <a:pt x="3028823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5400000">
            <a:off x="1004783" y="710251"/>
            <a:ext cx="3157223" cy="3709292"/>
            <a:chOff x="0" y="0"/>
            <a:chExt cx="4209631" cy="494572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09669" cy="4945761"/>
            </a:xfrm>
            <a:custGeom>
              <a:avLst/>
              <a:gdLst/>
              <a:ahLst/>
              <a:cxnLst/>
              <a:rect r="r" b="b" t="t" l="l"/>
              <a:pathLst>
                <a:path h="4945761" w="4209669">
                  <a:moveTo>
                    <a:pt x="0" y="0"/>
                  </a:moveTo>
                  <a:lnTo>
                    <a:pt x="4209669" y="0"/>
                  </a:lnTo>
                  <a:lnTo>
                    <a:pt x="4209669" y="4945761"/>
                  </a:lnTo>
                  <a:lnTo>
                    <a:pt x="0" y="49457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070686" y="1045597"/>
            <a:ext cx="3045476" cy="3047143"/>
            <a:chOff x="0" y="0"/>
            <a:chExt cx="3045473" cy="30471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045461" cy="3047113"/>
            </a:xfrm>
            <a:custGeom>
              <a:avLst/>
              <a:gdLst/>
              <a:ahLst/>
              <a:cxnLst/>
              <a:rect r="r" b="b" t="t" l="l"/>
              <a:pathLst>
                <a:path h="3047113" w="3045461">
                  <a:moveTo>
                    <a:pt x="1522731" y="0"/>
                  </a:moveTo>
                  <a:cubicBezTo>
                    <a:pt x="681228" y="0"/>
                    <a:pt x="0" y="681609"/>
                    <a:pt x="0" y="1523620"/>
                  </a:cubicBezTo>
                  <a:cubicBezTo>
                    <a:pt x="0" y="2365630"/>
                    <a:pt x="681228" y="3047113"/>
                    <a:pt x="1522731" y="3047113"/>
                  </a:cubicBezTo>
                  <a:cubicBezTo>
                    <a:pt x="2364233" y="3047113"/>
                    <a:pt x="3045461" y="2365503"/>
                    <a:pt x="3045461" y="1523493"/>
                  </a:cubicBezTo>
                  <a:cubicBezTo>
                    <a:pt x="3045461" y="681482"/>
                    <a:pt x="2364233" y="0"/>
                    <a:pt x="1522731" y="0"/>
                  </a:cubicBezTo>
                  <a:close/>
                  <a:moveTo>
                    <a:pt x="480822" y="1523620"/>
                  </a:moveTo>
                  <a:cubicBezTo>
                    <a:pt x="480822" y="1323087"/>
                    <a:pt x="536956" y="1134746"/>
                    <a:pt x="637159" y="978282"/>
                  </a:cubicBezTo>
                  <a:lnTo>
                    <a:pt x="2071752" y="2413636"/>
                  </a:lnTo>
                  <a:cubicBezTo>
                    <a:pt x="1911478" y="2509903"/>
                    <a:pt x="1723137" y="2566037"/>
                    <a:pt x="1522731" y="2566037"/>
                  </a:cubicBezTo>
                  <a:cubicBezTo>
                    <a:pt x="949706" y="2566037"/>
                    <a:pt x="480822" y="2096898"/>
                    <a:pt x="480822" y="1523620"/>
                  </a:cubicBezTo>
                  <a:close/>
                  <a:moveTo>
                    <a:pt x="2408302" y="2068831"/>
                  </a:moveTo>
                  <a:lnTo>
                    <a:pt x="977773" y="637540"/>
                  </a:lnTo>
                  <a:cubicBezTo>
                    <a:pt x="1134110" y="537337"/>
                    <a:pt x="1322451" y="481203"/>
                    <a:pt x="1522731" y="481203"/>
                  </a:cubicBezTo>
                  <a:cubicBezTo>
                    <a:pt x="2095755" y="481203"/>
                    <a:pt x="2564639" y="950342"/>
                    <a:pt x="2564639" y="1523620"/>
                  </a:cubicBezTo>
                  <a:cubicBezTo>
                    <a:pt x="2564639" y="1724153"/>
                    <a:pt x="2508505" y="1912494"/>
                    <a:pt x="2408302" y="2068958"/>
                  </a:cubicBezTo>
                  <a:close/>
                </a:path>
              </a:pathLst>
            </a:custGeom>
            <a:solidFill>
              <a:srgbClr val="FF0000">
                <a:alpha val="1961"/>
              </a:srgbClr>
            </a:solidFill>
          </p:spPr>
        </p:sp>
      </p:grp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95513" y="253622"/>
            <a:ext cx="3040647" cy="330079"/>
          </a:xfrm>
          <a:custGeom>
            <a:avLst/>
            <a:gdLst/>
            <a:ahLst/>
            <a:cxnLst/>
            <a:rect r="r" b="b" t="t" l="l"/>
            <a:pathLst>
              <a:path h="330079" w="3040647">
                <a:moveTo>
                  <a:pt x="0" y="0"/>
                </a:moveTo>
                <a:lnTo>
                  <a:pt x="3040647" y="0"/>
                </a:lnTo>
                <a:lnTo>
                  <a:pt x="3040647" y="330080"/>
                </a:lnTo>
                <a:lnTo>
                  <a:pt x="0" y="330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727191" y="2189350"/>
            <a:ext cx="3157347" cy="326136"/>
            <a:chOff x="0" y="0"/>
            <a:chExt cx="4209796" cy="43484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09796" cy="434848"/>
            </a:xfrm>
            <a:custGeom>
              <a:avLst/>
              <a:gdLst/>
              <a:ahLst/>
              <a:cxnLst/>
              <a:rect r="r" b="b" t="t" l="l"/>
              <a:pathLst>
                <a:path h="434848" w="4209796">
                  <a:moveTo>
                    <a:pt x="0" y="0"/>
                  </a:moveTo>
                  <a:lnTo>
                    <a:pt x="4209796" y="0"/>
                  </a:lnTo>
                  <a:lnTo>
                    <a:pt x="4209796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7752845" y="2189350"/>
            <a:ext cx="307848" cy="326136"/>
            <a:chOff x="0" y="0"/>
            <a:chExt cx="410464" cy="4348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10464" cy="434848"/>
            </a:xfrm>
            <a:custGeom>
              <a:avLst/>
              <a:gdLst/>
              <a:ahLst/>
              <a:cxnLst/>
              <a:rect r="r" b="b" t="t" l="l"/>
              <a:pathLst>
                <a:path h="434848" w="410464">
                  <a:moveTo>
                    <a:pt x="0" y="0"/>
                  </a:moveTo>
                  <a:lnTo>
                    <a:pt x="410464" y="0"/>
                  </a:lnTo>
                  <a:lnTo>
                    <a:pt x="410464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31764" y="2481958"/>
            <a:ext cx="1515494" cy="326136"/>
            <a:chOff x="0" y="0"/>
            <a:chExt cx="2020659" cy="43484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0697" cy="434848"/>
            </a:xfrm>
            <a:custGeom>
              <a:avLst/>
              <a:gdLst/>
              <a:ahLst/>
              <a:cxnLst/>
              <a:rect r="r" b="b" t="t" l="l"/>
              <a:pathLst>
                <a:path h="434848" w="2020697">
                  <a:moveTo>
                    <a:pt x="0" y="0"/>
                  </a:moveTo>
                  <a:lnTo>
                    <a:pt x="2020697" y="0"/>
                  </a:lnTo>
                  <a:lnTo>
                    <a:pt x="2020697" y="434848"/>
                  </a:lnTo>
                  <a:lnTo>
                    <a:pt x="0" y="4348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4763767" y="2919041"/>
            <a:ext cx="3238376" cy="326441"/>
            <a:chOff x="0" y="0"/>
            <a:chExt cx="4317835" cy="4352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17873" cy="435229"/>
            </a:xfrm>
            <a:custGeom>
              <a:avLst/>
              <a:gdLst/>
              <a:ahLst/>
              <a:cxnLst/>
              <a:rect r="r" b="b" t="t" l="l"/>
              <a:pathLst>
                <a:path h="435229" w="4317873">
                  <a:moveTo>
                    <a:pt x="0" y="0"/>
                  </a:moveTo>
                  <a:lnTo>
                    <a:pt x="4317873" y="0"/>
                  </a:lnTo>
                  <a:lnTo>
                    <a:pt x="4317873" y="435229"/>
                  </a:lnTo>
                  <a:lnTo>
                    <a:pt x="0" y="435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5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5400000">
            <a:off x="807082" y="836924"/>
            <a:ext cx="3191494" cy="3778501"/>
            <a:chOff x="0" y="0"/>
            <a:chExt cx="4255326" cy="503800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55389" cy="5037963"/>
            </a:xfrm>
            <a:custGeom>
              <a:avLst/>
              <a:gdLst/>
              <a:ahLst/>
              <a:cxnLst/>
              <a:rect r="r" b="b" t="t" l="l"/>
              <a:pathLst>
                <a:path h="5037963" w="4255389">
                  <a:moveTo>
                    <a:pt x="0" y="0"/>
                  </a:moveTo>
                  <a:lnTo>
                    <a:pt x="4255389" y="0"/>
                  </a:lnTo>
                  <a:lnTo>
                    <a:pt x="4255389" y="5037963"/>
                  </a:lnTo>
                  <a:lnTo>
                    <a:pt x="0" y="50379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5199316" y="2868463"/>
            <a:ext cx="64360" cy="406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b="true" sz="2198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57745" y="4906061"/>
            <a:ext cx="176022" cy="118872"/>
            <a:chOff x="0" y="0"/>
            <a:chExt cx="234696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34696" cy="158496"/>
            </a:xfrm>
            <a:custGeom>
              <a:avLst/>
              <a:gdLst/>
              <a:ahLst/>
              <a:cxnLst/>
              <a:rect r="r" b="b" t="t" l="l"/>
              <a:pathLst>
                <a:path h="158496" w="234696">
                  <a:moveTo>
                    <a:pt x="0" y="0"/>
                  </a:moveTo>
                  <a:lnTo>
                    <a:pt x="234696" y="0"/>
                  </a:lnTo>
                  <a:lnTo>
                    <a:pt x="23469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57745" y="4906061"/>
            <a:ext cx="176022" cy="118872"/>
            <a:chOff x="0" y="0"/>
            <a:chExt cx="234696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4696" cy="158496"/>
            </a:xfrm>
            <a:custGeom>
              <a:avLst/>
              <a:gdLst/>
              <a:ahLst/>
              <a:cxnLst/>
              <a:rect r="r" b="b" t="t" l="l"/>
              <a:pathLst>
                <a:path h="158496" w="234696">
                  <a:moveTo>
                    <a:pt x="0" y="0"/>
                  </a:moveTo>
                  <a:lnTo>
                    <a:pt x="234696" y="0"/>
                  </a:lnTo>
                  <a:lnTo>
                    <a:pt x="234696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2971800" y="1998926"/>
            <a:ext cx="3556378" cy="891845"/>
            <a:chOff x="0" y="0"/>
            <a:chExt cx="4741837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41799" cy="1189101"/>
            </a:xfrm>
            <a:custGeom>
              <a:avLst/>
              <a:gdLst/>
              <a:ahLst/>
              <a:cxnLst/>
              <a:rect r="r" b="b" t="t" l="l"/>
              <a:pathLst>
                <a:path h="1189101" w="4741799">
                  <a:moveTo>
                    <a:pt x="0" y="0"/>
                  </a:moveTo>
                  <a:lnTo>
                    <a:pt x="4741799" y="0"/>
                  </a:lnTo>
                  <a:lnTo>
                    <a:pt x="4741799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1084" y="274653"/>
            <a:ext cx="3906393" cy="535229"/>
            <a:chOff x="0" y="0"/>
            <a:chExt cx="5208524" cy="71363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08524" cy="713613"/>
            </a:xfrm>
            <a:custGeom>
              <a:avLst/>
              <a:gdLst/>
              <a:ahLst/>
              <a:cxnLst/>
              <a:rect r="r" b="b" t="t" l="l"/>
              <a:pathLst>
                <a:path h="713613" w="5208524">
                  <a:moveTo>
                    <a:pt x="0" y="0"/>
                  </a:moveTo>
                  <a:lnTo>
                    <a:pt x="5208524" y="0"/>
                  </a:lnTo>
                  <a:lnTo>
                    <a:pt x="5208524" y="713613"/>
                  </a:lnTo>
                  <a:lnTo>
                    <a:pt x="0" y="713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84048" y="1984248"/>
            <a:ext cx="482803" cy="268224"/>
            <a:chOff x="0" y="0"/>
            <a:chExt cx="643738" cy="35763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3763" cy="357632"/>
            </a:xfrm>
            <a:custGeom>
              <a:avLst/>
              <a:gdLst/>
              <a:ahLst/>
              <a:cxnLst/>
              <a:rect r="r" b="b" t="t" l="l"/>
              <a:pathLst>
                <a:path h="357632" w="643763">
                  <a:moveTo>
                    <a:pt x="0" y="0"/>
                  </a:moveTo>
                  <a:lnTo>
                    <a:pt x="643763" y="0"/>
                  </a:lnTo>
                  <a:lnTo>
                    <a:pt x="643763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6384" y="1984248"/>
            <a:ext cx="204216" cy="268224"/>
            <a:chOff x="0" y="0"/>
            <a:chExt cx="272288" cy="3576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2288" cy="357632"/>
            </a:xfrm>
            <a:custGeom>
              <a:avLst/>
              <a:gdLst/>
              <a:ahLst/>
              <a:cxnLst/>
              <a:rect r="r" b="b" t="t" l="l"/>
              <a:pathLst>
                <a:path h="357632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8784" y="1984248"/>
            <a:ext cx="2336549" cy="268224"/>
            <a:chOff x="0" y="0"/>
            <a:chExt cx="3115399" cy="3576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15437" cy="357632"/>
            </a:xfrm>
            <a:custGeom>
              <a:avLst/>
              <a:gdLst/>
              <a:ahLst/>
              <a:cxnLst/>
              <a:rect r="r" b="b" t="t" l="l"/>
              <a:pathLst>
                <a:path h="357632" w="3115437">
                  <a:moveTo>
                    <a:pt x="0" y="0"/>
                  </a:moveTo>
                  <a:lnTo>
                    <a:pt x="3115437" y="0"/>
                  </a:lnTo>
                  <a:lnTo>
                    <a:pt x="3115437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84048" y="2366467"/>
            <a:ext cx="504749" cy="268529"/>
            <a:chOff x="0" y="0"/>
            <a:chExt cx="672998" cy="358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72973" cy="358013"/>
            </a:xfrm>
            <a:custGeom>
              <a:avLst/>
              <a:gdLst/>
              <a:ahLst/>
              <a:cxnLst/>
              <a:rect r="r" b="b" t="t" l="l"/>
              <a:pathLst>
                <a:path h="358013" w="672973">
                  <a:moveTo>
                    <a:pt x="0" y="0"/>
                  </a:moveTo>
                  <a:lnTo>
                    <a:pt x="672973" y="0"/>
                  </a:lnTo>
                  <a:lnTo>
                    <a:pt x="672973" y="358013"/>
                  </a:lnTo>
                  <a:lnTo>
                    <a:pt x="0" y="358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3" b="-7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04672" y="2366467"/>
            <a:ext cx="204216" cy="268529"/>
            <a:chOff x="0" y="0"/>
            <a:chExt cx="272288" cy="35803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2288" cy="358013"/>
            </a:xfrm>
            <a:custGeom>
              <a:avLst/>
              <a:gdLst/>
              <a:ahLst/>
              <a:cxnLst/>
              <a:rect r="r" b="b" t="t" l="l"/>
              <a:pathLst>
                <a:path h="358013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8013"/>
                  </a:lnTo>
                  <a:lnTo>
                    <a:pt x="0" y="358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7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57072" y="2366467"/>
            <a:ext cx="2335273" cy="268529"/>
            <a:chOff x="0" y="0"/>
            <a:chExt cx="3113697" cy="3580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13659" cy="358013"/>
            </a:xfrm>
            <a:custGeom>
              <a:avLst/>
              <a:gdLst/>
              <a:ahLst/>
              <a:cxnLst/>
              <a:rect r="r" b="b" t="t" l="l"/>
              <a:pathLst>
                <a:path h="358013" w="3113659">
                  <a:moveTo>
                    <a:pt x="0" y="0"/>
                  </a:moveTo>
                  <a:lnTo>
                    <a:pt x="3113659" y="0"/>
                  </a:lnTo>
                  <a:lnTo>
                    <a:pt x="3113659" y="358013"/>
                  </a:lnTo>
                  <a:lnTo>
                    <a:pt x="0" y="358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-7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3202562" y="2413711"/>
            <a:ext cx="976455" cy="209093"/>
            <a:chOff x="0" y="0"/>
            <a:chExt cx="1301940" cy="27879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01877" cy="278765"/>
            </a:xfrm>
            <a:custGeom>
              <a:avLst/>
              <a:gdLst/>
              <a:ahLst/>
              <a:cxnLst/>
              <a:rect r="r" b="b" t="t" l="l"/>
              <a:pathLst>
                <a:path h="278765" w="1301877">
                  <a:moveTo>
                    <a:pt x="0" y="0"/>
                  </a:moveTo>
                  <a:lnTo>
                    <a:pt x="1301877" y="0"/>
                  </a:lnTo>
                  <a:lnTo>
                    <a:pt x="1301877" y="278765"/>
                  </a:lnTo>
                  <a:lnTo>
                    <a:pt x="0" y="2787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4" b="-9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384048" y="2743457"/>
            <a:ext cx="479146" cy="268224"/>
            <a:chOff x="0" y="0"/>
            <a:chExt cx="638861" cy="35763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8810" cy="357632"/>
            </a:xfrm>
            <a:custGeom>
              <a:avLst/>
              <a:gdLst/>
              <a:ahLst/>
              <a:cxnLst/>
              <a:rect r="r" b="b" t="t" l="l"/>
              <a:pathLst>
                <a:path h="357632" w="638810">
                  <a:moveTo>
                    <a:pt x="0" y="0"/>
                  </a:moveTo>
                  <a:lnTo>
                    <a:pt x="638810" y="0"/>
                  </a:lnTo>
                  <a:lnTo>
                    <a:pt x="638810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-7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83336" y="2743457"/>
            <a:ext cx="204216" cy="268224"/>
            <a:chOff x="0" y="0"/>
            <a:chExt cx="272288" cy="3576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72288" cy="357632"/>
            </a:xfrm>
            <a:custGeom>
              <a:avLst/>
              <a:gdLst/>
              <a:ahLst/>
              <a:cxnLst/>
              <a:rect r="r" b="b" t="t" l="l"/>
              <a:pathLst>
                <a:path h="357632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35736" y="2743457"/>
            <a:ext cx="1098375" cy="268224"/>
            <a:chOff x="0" y="0"/>
            <a:chExt cx="1464500" cy="35763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64437" cy="357632"/>
            </a:xfrm>
            <a:custGeom>
              <a:avLst/>
              <a:gdLst/>
              <a:ahLst/>
              <a:cxnLst/>
              <a:rect r="r" b="b" t="t" l="l"/>
              <a:pathLst>
                <a:path h="357632" w="1464437">
                  <a:moveTo>
                    <a:pt x="0" y="0"/>
                  </a:moveTo>
                  <a:lnTo>
                    <a:pt x="1464437" y="0"/>
                  </a:lnTo>
                  <a:lnTo>
                    <a:pt x="1464437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4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84048" y="3112265"/>
            <a:ext cx="499262" cy="268224"/>
            <a:chOff x="0" y="0"/>
            <a:chExt cx="665683" cy="3576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65734" cy="357632"/>
            </a:xfrm>
            <a:custGeom>
              <a:avLst/>
              <a:gdLst/>
              <a:ahLst/>
              <a:cxnLst/>
              <a:rect r="r" b="b" t="t" l="l"/>
              <a:pathLst>
                <a:path h="357632" w="665734">
                  <a:moveTo>
                    <a:pt x="0" y="0"/>
                  </a:moveTo>
                  <a:lnTo>
                    <a:pt x="665734" y="0"/>
                  </a:lnTo>
                  <a:lnTo>
                    <a:pt x="665734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7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00100" y="3112265"/>
            <a:ext cx="204216" cy="268224"/>
            <a:chOff x="0" y="0"/>
            <a:chExt cx="272288" cy="3576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72288" cy="357632"/>
            </a:xfrm>
            <a:custGeom>
              <a:avLst/>
              <a:gdLst/>
              <a:ahLst/>
              <a:cxnLst/>
              <a:rect r="r" b="b" t="t" l="l"/>
              <a:pathLst>
                <a:path h="357632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52500" y="3112265"/>
            <a:ext cx="2506475" cy="268224"/>
            <a:chOff x="0" y="0"/>
            <a:chExt cx="3341967" cy="35763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342005" cy="357632"/>
            </a:xfrm>
            <a:custGeom>
              <a:avLst/>
              <a:gdLst/>
              <a:ahLst/>
              <a:cxnLst/>
              <a:rect r="r" b="b" t="t" l="l"/>
              <a:pathLst>
                <a:path h="357632" w="3342005">
                  <a:moveTo>
                    <a:pt x="0" y="0"/>
                  </a:moveTo>
                  <a:lnTo>
                    <a:pt x="3342005" y="0"/>
                  </a:lnTo>
                  <a:lnTo>
                    <a:pt x="3342005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1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4739640" y="1990344"/>
            <a:ext cx="403860" cy="268224"/>
            <a:chOff x="0" y="0"/>
            <a:chExt cx="538480" cy="3576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38480" cy="357632"/>
            </a:xfrm>
            <a:custGeom>
              <a:avLst/>
              <a:gdLst/>
              <a:ahLst/>
              <a:cxnLst/>
              <a:rect r="r" b="b" t="t" l="l"/>
              <a:pathLst>
                <a:path h="357632" w="538480">
                  <a:moveTo>
                    <a:pt x="0" y="0"/>
                  </a:moveTo>
                  <a:lnTo>
                    <a:pt x="538480" y="0"/>
                  </a:lnTo>
                  <a:lnTo>
                    <a:pt x="538480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5062728" y="1990344"/>
            <a:ext cx="204216" cy="268224"/>
            <a:chOff x="0" y="0"/>
            <a:chExt cx="272288" cy="3576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72288" cy="357632"/>
            </a:xfrm>
            <a:custGeom>
              <a:avLst/>
              <a:gdLst/>
              <a:ahLst/>
              <a:cxnLst/>
              <a:rect r="r" b="b" t="t" l="l"/>
              <a:pathLst>
                <a:path h="357632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215128" y="1990344"/>
            <a:ext cx="3049905" cy="268224"/>
            <a:chOff x="0" y="0"/>
            <a:chExt cx="4066540" cy="35763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066540" cy="357632"/>
            </a:xfrm>
            <a:custGeom>
              <a:avLst/>
              <a:gdLst/>
              <a:ahLst/>
              <a:cxnLst/>
              <a:rect r="r" b="b" t="t" l="l"/>
              <a:pathLst>
                <a:path h="357632" w="4066540">
                  <a:moveTo>
                    <a:pt x="0" y="0"/>
                  </a:moveTo>
                  <a:lnTo>
                    <a:pt x="4066540" y="0"/>
                  </a:lnTo>
                  <a:lnTo>
                    <a:pt x="4066540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4739640" y="2366467"/>
            <a:ext cx="519379" cy="268529"/>
            <a:chOff x="0" y="0"/>
            <a:chExt cx="692506" cy="3580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2531" cy="358013"/>
            </a:xfrm>
            <a:custGeom>
              <a:avLst/>
              <a:gdLst/>
              <a:ahLst/>
              <a:cxnLst/>
              <a:rect r="r" b="b" t="t" l="l"/>
              <a:pathLst>
                <a:path h="358013" w="692531">
                  <a:moveTo>
                    <a:pt x="0" y="0"/>
                  </a:moveTo>
                  <a:lnTo>
                    <a:pt x="692531" y="0"/>
                  </a:lnTo>
                  <a:lnTo>
                    <a:pt x="692531" y="358013"/>
                  </a:lnTo>
                  <a:lnTo>
                    <a:pt x="0" y="358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3" b="-7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5172456" y="2366467"/>
            <a:ext cx="204216" cy="268529"/>
            <a:chOff x="0" y="0"/>
            <a:chExt cx="272288" cy="35803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72288" cy="358013"/>
            </a:xfrm>
            <a:custGeom>
              <a:avLst/>
              <a:gdLst/>
              <a:ahLst/>
              <a:cxnLst/>
              <a:rect r="r" b="b" t="t" l="l"/>
              <a:pathLst>
                <a:path h="358013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8013"/>
                  </a:lnTo>
                  <a:lnTo>
                    <a:pt x="0" y="358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7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324856" y="2366467"/>
            <a:ext cx="3304032" cy="268529"/>
            <a:chOff x="0" y="0"/>
            <a:chExt cx="4405376" cy="358038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405376" cy="358013"/>
            </a:xfrm>
            <a:custGeom>
              <a:avLst/>
              <a:gdLst/>
              <a:ahLst/>
              <a:cxnLst/>
              <a:rect r="r" b="b" t="t" l="l"/>
              <a:pathLst>
                <a:path h="358013" w="4405376">
                  <a:moveTo>
                    <a:pt x="0" y="0"/>
                  </a:moveTo>
                  <a:lnTo>
                    <a:pt x="4405376" y="0"/>
                  </a:lnTo>
                  <a:lnTo>
                    <a:pt x="4405376" y="358013"/>
                  </a:lnTo>
                  <a:lnTo>
                    <a:pt x="0" y="3580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7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4739640" y="2743457"/>
            <a:ext cx="495605" cy="268224"/>
            <a:chOff x="0" y="0"/>
            <a:chExt cx="660806" cy="35763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660781" cy="357632"/>
            </a:xfrm>
            <a:custGeom>
              <a:avLst/>
              <a:gdLst/>
              <a:ahLst/>
              <a:cxnLst/>
              <a:rect r="r" b="b" t="t" l="l"/>
              <a:pathLst>
                <a:path h="357632" w="660781">
                  <a:moveTo>
                    <a:pt x="0" y="0"/>
                  </a:moveTo>
                  <a:lnTo>
                    <a:pt x="660781" y="0"/>
                  </a:lnTo>
                  <a:lnTo>
                    <a:pt x="660781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-3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5152644" y="2743457"/>
            <a:ext cx="204216" cy="268224"/>
            <a:chOff x="0" y="0"/>
            <a:chExt cx="272288" cy="3576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72288" cy="357632"/>
            </a:xfrm>
            <a:custGeom>
              <a:avLst/>
              <a:gdLst/>
              <a:ahLst/>
              <a:cxnLst/>
              <a:rect r="r" b="b" t="t" l="l"/>
              <a:pathLst>
                <a:path h="357632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5305044" y="2743457"/>
            <a:ext cx="1868300" cy="268224"/>
            <a:chOff x="0" y="0"/>
            <a:chExt cx="2491067" cy="35763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91105" cy="357632"/>
            </a:xfrm>
            <a:custGeom>
              <a:avLst/>
              <a:gdLst/>
              <a:ahLst/>
              <a:cxnLst/>
              <a:rect r="r" b="b" t="t" l="l"/>
              <a:pathLst>
                <a:path h="357632" w="2491105">
                  <a:moveTo>
                    <a:pt x="0" y="0"/>
                  </a:moveTo>
                  <a:lnTo>
                    <a:pt x="2491105" y="0"/>
                  </a:lnTo>
                  <a:lnTo>
                    <a:pt x="2491105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1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4739640" y="3118361"/>
            <a:ext cx="501091" cy="268224"/>
            <a:chOff x="0" y="0"/>
            <a:chExt cx="668122" cy="3576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68147" cy="357632"/>
            </a:xfrm>
            <a:custGeom>
              <a:avLst/>
              <a:gdLst/>
              <a:ahLst/>
              <a:cxnLst/>
              <a:rect r="r" b="b" t="t" l="l"/>
              <a:pathLst>
                <a:path h="357632" w="668147">
                  <a:moveTo>
                    <a:pt x="0" y="0"/>
                  </a:moveTo>
                  <a:lnTo>
                    <a:pt x="668147" y="0"/>
                  </a:lnTo>
                  <a:lnTo>
                    <a:pt x="668147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3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5157216" y="3118361"/>
            <a:ext cx="204216" cy="268224"/>
            <a:chOff x="0" y="0"/>
            <a:chExt cx="272288" cy="3576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72288" cy="357632"/>
            </a:xfrm>
            <a:custGeom>
              <a:avLst/>
              <a:gdLst/>
              <a:ahLst/>
              <a:cxnLst/>
              <a:rect r="r" b="b" t="t" l="l"/>
              <a:pathLst>
                <a:path h="357632" w="272288">
                  <a:moveTo>
                    <a:pt x="0" y="0"/>
                  </a:moveTo>
                  <a:lnTo>
                    <a:pt x="272288" y="0"/>
                  </a:lnTo>
                  <a:lnTo>
                    <a:pt x="27228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309616" y="3118361"/>
            <a:ext cx="3200781" cy="268224"/>
            <a:chOff x="0" y="0"/>
            <a:chExt cx="4267708" cy="35763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708" cy="357632"/>
            </a:xfrm>
            <a:custGeom>
              <a:avLst/>
              <a:gdLst/>
              <a:ahLst/>
              <a:cxnLst/>
              <a:rect r="r" b="b" t="t" l="l"/>
              <a:pathLst>
                <a:path h="357632" w="4267708">
                  <a:moveTo>
                    <a:pt x="0" y="0"/>
                  </a:moveTo>
                  <a:lnTo>
                    <a:pt x="4267708" y="0"/>
                  </a:lnTo>
                  <a:lnTo>
                    <a:pt x="4267708" y="357632"/>
                  </a:lnTo>
                  <a:lnTo>
                    <a:pt x="0" y="3576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210055" y="1234183"/>
            <a:ext cx="4332351" cy="709298"/>
          </a:xfrm>
          <a:custGeom>
            <a:avLst/>
            <a:gdLst/>
            <a:ahLst/>
            <a:cxnLst/>
            <a:rect r="r" b="b" t="t" l="l"/>
            <a:pathLst>
              <a:path h="709298" w="4332351">
                <a:moveTo>
                  <a:pt x="0" y="0"/>
                </a:moveTo>
                <a:lnTo>
                  <a:pt x="4332351" y="0"/>
                </a:lnTo>
                <a:lnTo>
                  <a:pt x="4332351" y="709298"/>
                </a:lnTo>
                <a:lnTo>
                  <a:pt x="0" y="70929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2104006" y="1383230"/>
            <a:ext cx="682371" cy="416357"/>
            <a:chOff x="0" y="0"/>
            <a:chExt cx="909828" cy="55514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909828" cy="555117"/>
            </a:xfrm>
            <a:custGeom>
              <a:avLst/>
              <a:gdLst/>
              <a:ahLst/>
              <a:cxnLst/>
              <a:rect r="r" b="b" t="t" l="l"/>
              <a:pathLst>
                <a:path h="555117" w="909828">
                  <a:moveTo>
                    <a:pt x="0" y="0"/>
                  </a:moveTo>
                  <a:lnTo>
                    <a:pt x="909828" y="0"/>
                  </a:lnTo>
                  <a:lnTo>
                    <a:pt x="909828" y="555117"/>
                  </a:lnTo>
                  <a:lnTo>
                    <a:pt x="0" y="5551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-4"/>
              </a:stretch>
            </a:blip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4565018" y="1234183"/>
            <a:ext cx="4332351" cy="706631"/>
          </a:xfrm>
          <a:custGeom>
            <a:avLst/>
            <a:gdLst/>
            <a:ahLst/>
            <a:cxnLst/>
            <a:rect r="r" b="b" t="t" l="l"/>
            <a:pathLst>
              <a:path h="706631" w="4332351">
                <a:moveTo>
                  <a:pt x="0" y="0"/>
                </a:moveTo>
                <a:lnTo>
                  <a:pt x="4332351" y="0"/>
                </a:lnTo>
                <a:lnTo>
                  <a:pt x="4332351" y="706631"/>
                </a:lnTo>
                <a:lnTo>
                  <a:pt x="0" y="706631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6273670" y="1382268"/>
            <a:ext cx="1068934" cy="416052"/>
            <a:chOff x="0" y="0"/>
            <a:chExt cx="1425245" cy="55473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425194" cy="554736"/>
            </a:xfrm>
            <a:custGeom>
              <a:avLst/>
              <a:gdLst/>
              <a:ahLst/>
              <a:cxnLst/>
              <a:rect r="r" b="b" t="t" l="l"/>
              <a:pathLst>
                <a:path h="554736" w="1425194">
                  <a:moveTo>
                    <a:pt x="0" y="0"/>
                  </a:moveTo>
                  <a:lnTo>
                    <a:pt x="1425194" y="0"/>
                  </a:lnTo>
                  <a:lnTo>
                    <a:pt x="1425194" y="554736"/>
                  </a:lnTo>
                  <a:lnTo>
                    <a:pt x="0" y="554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-3" b="0"/>
              </a:stretch>
            </a:blipFill>
          </p:spPr>
        </p:sp>
      </p:grpSp>
      <p:sp>
        <p:nvSpPr>
          <p:cNvPr name="TextBox 60" id="60"/>
          <p:cNvSpPr txBox="true"/>
          <p:nvPr/>
        </p:nvSpPr>
        <p:spPr>
          <a:xfrm rot="0">
            <a:off x="3613728" y="2378678"/>
            <a:ext cx="41177" cy="26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8"/>
              </a:lnSpc>
            </a:pPr>
            <a:r>
              <a:rPr lang="en-US" sz="1406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862698" y="4906061"/>
            <a:ext cx="162306" cy="118872"/>
            <a:chOff x="0" y="0"/>
            <a:chExt cx="216408" cy="1584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6408" cy="158496"/>
            </a:xfrm>
            <a:custGeom>
              <a:avLst/>
              <a:gdLst/>
              <a:ahLst/>
              <a:cxnLst/>
              <a:rect r="r" b="b" t="t" l="l"/>
              <a:pathLst>
                <a:path h="158496" w="216408">
                  <a:moveTo>
                    <a:pt x="0" y="0"/>
                  </a:moveTo>
                  <a:lnTo>
                    <a:pt x="216408" y="0"/>
                  </a:lnTo>
                  <a:lnTo>
                    <a:pt x="216408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862698" y="4906061"/>
            <a:ext cx="162306" cy="118872"/>
            <a:chOff x="0" y="0"/>
            <a:chExt cx="216408" cy="158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408" cy="158496"/>
            </a:xfrm>
            <a:custGeom>
              <a:avLst/>
              <a:gdLst/>
              <a:ahLst/>
              <a:cxnLst/>
              <a:rect r="r" b="b" t="t" l="l"/>
              <a:pathLst>
                <a:path h="158496" w="216408">
                  <a:moveTo>
                    <a:pt x="0" y="0"/>
                  </a:moveTo>
                  <a:lnTo>
                    <a:pt x="216408" y="0"/>
                  </a:lnTo>
                  <a:lnTo>
                    <a:pt x="216408" y="158496"/>
                  </a:lnTo>
                  <a:lnTo>
                    <a:pt x="0" y="1584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280022" y="4874362"/>
            <a:ext cx="3332988" cy="147828"/>
            <a:chOff x="0" y="0"/>
            <a:chExt cx="4443984" cy="19710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43984" cy="197104"/>
            </a:xfrm>
            <a:custGeom>
              <a:avLst/>
              <a:gdLst/>
              <a:ahLst/>
              <a:cxnLst/>
              <a:rect r="r" b="b" t="t" l="l"/>
              <a:pathLst>
                <a:path h="197104" w="4443984">
                  <a:moveTo>
                    <a:pt x="0" y="0"/>
                  </a:moveTo>
                  <a:lnTo>
                    <a:pt x="4443984" y="0"/>
                  </a:lnTo>
                  <a:lnTo>
                    <a:pt x="4443984" y="197104"/>
                  </a:lnTo>
                  <a:lnTo>
                    <a:pt x="0" y="1971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5250" y="121920"/>
            <a:ext cx="8953500" cy="4952952"/>
          </a:xfrm>
          <a:custGeom>
            <a:avLst/>
            <a:gdLst/>
            <a:ahLst/>
            <a:cxnLst/>
            <a:rect r="r" b="b" t="t" l="l"/>
            <a:pathLst>
              <a:path h="4952952" w="8953500">
                <a:moveTo>
                  <a:pt x="0" y="0"/>
                </a:moveTo>
                <a:lnTo>
                  <a:pt x="8953500" y="0"/>
                </a:lnTo>
                <a:lnTo>
                  <a:pt x="8953500" y="4952952"/>
                </a:lnTo>
                <a:lnTo>
                  <a:pt x="0" y="49529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649081" y="163420"/>
            <a:ext cx="313258" cy="318164"/>
            <a:chOff x="0" y="0"/>
            <a:chExt cx="417678" cy="4242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17703" cy="424180"/>
            </a:xfrm>
            <a:custGeom>
              <a:avLst/>
              <a:gdLst/>
              <a:ahLst/>
              <a:cxnLst/>
              <a:rect r="r" b="b" t="t" l="l"/>
              <a:pathLst>
                <a:path h="424180" w="417703">
                  <a:moveTo>
                    <a:pt x="0" y="0"/>
                  </a:moveTo>
                  <a:lnTo>
                    <a:pt x="417703" y="0"/>
                  </a:lnTo>
                  <a:lnTo>
                    <a:pt x="417703" y="424180"/>
                  </a:lnTo>
                  <a:lnTo>
                    <a:pt x="0" y="4241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-8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70824" y="247640"/>
            <a:ext cx="524523" cy="100336"/>
            <a:chOff x="0" y="0"/>
            <a:chExt cx="699364" cy="13378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9389" cy="133731"/>
            </a:xfrm>
            <a:custGeom>
              <a:avLst/>
              <a:gdLst/>
              <a:ahLst/>
              <a:cxnLst/>
              <a:rect r="r" b="b" t="t" l="l"/>
              <a:pathLst>
                <a:path h="133731" w="699389">
                  <a:moveTo>
                    <a:pt x="0" y="0"/>
                  </a:moveTo>
                  <a:lnTo>
                    <a:pt x="699389" y="0"/>
                  </a:lnTo>
                  <a:lnTo>
                    <a:pt x="699389" y="133731"/>
                  </a:lnTo>
                  <a:lnTo>
                    <a:pt x="0" y="133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3" b="-3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96468" y="1998926"/>
            <a:ext cx="8119491" cy="891845"/>
            <a:chOff x="0" y="0"/>
            <a:chExt cx="10825988" cy="1189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825988" cy="1189101"/>
            </a:xfrm>
            <a:custGeom>
              <a:avLst/>
              <a:gdLst/>
              <a:ahLst/>
              <a:cxnLst/>
              <a:rect r="r" b="b" t="t" l="l"/>
              <a:pathLst>
                <a:path h="1189101" w="10825988">
                  <a:moveTo>
                    <a:pt x="0" y="0"/>
                  </a:moveTo>
                  <a:lnTo>
                    <a:pt x="10825988" y="0"/>
                  </a:lnTo>
                  <a:lnTo>
                    <a:pt x="10825988" y="1189101"/>
                  </a:lnTo>
                  <a:lnTo>
                    <a:pt x="0" y="11891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39183" y="1053227"/>
            <a:ext cx="2865625" cy="2865625"/>
            <a:chOff x="0" y="0"/>
            <a:chExt cx="3820833" cy="38208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820795" cy="3820795"/>
            </a:xfrm>
            <a:custGeom>
              <a:avLst/>
              <a:gdLst/>
              <a:ahLst/>
              <a:cxnLst/>
              <a:rect r="r" b="b" t="t" l="l"/>
              <a:pathLst>
                <a:path h="3820795" w="3820795">
                  <a:moveTo>
                    <a:pt x="0" y="0"/>
                  </a:moveTo>
                  <a:lnTo>
                    <a:pt x="3820795" y="0"/>
                  </a:lnTo>
                  <a:lnTo>
                    <a:pt x="3820795" y="3820795"/>
                  </a:lnTo>
                  <a:lnTo>
                    <a:pt x="0" y="38207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DAHTRa9P734</dc:identifier>
  <dcterms:modified xsi:type="dcterms:W3CDTF">2011-08-01T06:04:30Z</dcterms:modified>
  <cp:revision>1</cp:revision>
  <dc:title>Domino BC Facilitation Deck_Final.pdf</dc:title>
</cp:coreProperties>
</file>